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22D21-369E-4D3F-A9BB-81919EB1DA37}" v="27" dt="2026-04-20T18:21:46.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LUMULA PRANAYA" userId="e2e5ba984025d87a" providerId="LiveId" clId="{53793BED-B473-4FE3-8F99-FA1CF9341410}"/>
    <pc:docChg chg="undo redo custSel addSld modSld">
      <pc:chgData name="VELUMULA PRANAYA" userId="e2e5ba984025d87a" providerId="LiveId" clId="{53793BED-B473-4FE3-8F99-FA1CF9341410}" dt="2026-04-20T18:27:02.090" v="495" actId="2711"/>
      <pc:docMkLst>
        <pc:docMk/>
      </pc:docMkLst>
      <pc:sldChg chg="modSp mod">
        <pc:chgData name="VELUMULA PRANAYA" userId="e2e5ba984025d87a" providerId="LiveId" clId="{53793BED-B473-4FE3-8F99-FA1CF9341410}" dt="2026-04-20T17:32:52.585" v="48" actId="14100"/>
        <pc:sldMkLst>
          <pc:docMk/>
          <pc:sldMk cId="2401955840" sldId="260"/>
        </pc:sldMkLst>
        <pc:spChg chg="mod">
          <ac:chgData name="VELUMULA PRANAYA" userId="e2e5ba984025d87a" providerId="LiveId" clId="{53793BED-B473-4FE3-8F99-FA1CF9341410}" dt="2026-04-20T17:32:52.585" v="48" actId="14100"/>
          <ac:spMkLst>
            <pc:docMk/>
            <pc:sldMk cId="2401955840" sldId="260"/>
            <ac:spMk id="3" creationId="{ABA30195-F532-9F3D-EA49-CC7D4030DDB8}"/>
          </ac:spMkLst>
        </pc:spChg>
      </pc:sldChg>
      <pc:sldChg chg="delSp modSp new mod">
        <pc:chgData name="VELUMULA PRANAYA" userId="e2e5ba984025d87a" providerId="LiveId" clId="{53793BED-B473-4FE3-8F99-FA1CF9341410}" dt="2026-04-20T17:37:41.676" v="96" actId="14100"/>
        <pc:sldMkLst>
          <pc:docMk/>
          <pc:sldMk cId="2652470547" sldId="261"/>
        </pc:sldMkLst>
        <pc:spChg chg="del">
          <ac:chgData name="VELUMULA PRANAYA" userId="e2e5ba984025d87a" providerId="LiveId" clId="{53793BED-B473-4FE3-8F99-FA1CF9341410}" dt="2026-04-20T17:31:09.027" v="33" actId="21"/>
          <ac:spMkLst>
            <pc:docMk/>
            <pc:sldMk cId="2652470547" sldId="261"/>
            <ac:spMk id="2" creationId="{E564D7EC-5652-9D99-8686-8C64E7B0535F}"/>
          </ac:spMkLst>
        </pc:spChg>
        <pc:spChg chg="mod">
          <ac:chgData name="VELUMULA PRANAYA" userId="e2e5ba984025d87a" providerId="LiveId" clId="{53793BED-B473-4FE3-8F99-FA1CF9341410}" dt="2026-04-20T17:37:41.676" v="96" actId="14100"/>
          <ac:spMkLst>
            <pc:docMk/>
            <pc:sldMk cId="2652470547" sldId="261"/>
            <ac:spMk id="3" creationId="{12FF6ECB-3D13-C0AB-2026-CD803B1CD8F6}"/>
          </ac:spMkLst>
        </pc:spChg>
      </pc:sldChg>
      <pc:sldChg chg="addSp delSp modSp new mod">
        <pc:chgData name="VELUMULA PRANAYA" userId="e2e5ba984025d87a" providerId="LiveId" clId="{53793BED-B473-4FE3-8F99-FA1CF9341410}" dt="2026-04-20T18:27:02.090" v="495" actId="2711"/>
        <pc:sldMkLst>
          <pc:docMk/>
          <pc:sldMk cId="3606456025" sldId="262"/>
        </pc:sldMkLst>
        <pc:spChg chg="del">
          <ac:chgData name="VELUMULA PRANAYA" userId="e2e5ba984025d87a" providerId="LiveId" clId="{53793BED-B473-4FE3-8F99-FA1CF9341410}" dt="2026-04-20T17:35:20.638" v="69" actId="21"/>
          <ac:spMkLst>
            <pc:docMk/>
            <pc:sldMk cId="3606456025" sldId="262"/>
            <ac:spMk id="2" creationId="{2F1860EE-E206-28FD-A4AA-39C684A98DDC}"/>
          </ac:spMkLst>
        </pc:spChg>
        <pc:spChg chg="add del mod">
          <ac:chgData name="VELUMULA PRANAYA" userId="e2e5ba984025d87a" providerId="LiveId" clId="{53793BED-B473-4FE3-8F99-FA1CF9341410}" dt="2026-04-20T18:27:02.090" v="495" actId="2711"/>
          <ac:spMkLst>
            <pc:docMk/>
            <pc:sldMk cId="3606456025" sldId="262"/>
            <ac:spMk id="3" creationId="{B74D56FB-0D3C-18FA-1BED-93B063A22755}"/>
          </ac:spMkLst>
        </pc:spChg>
        <pc:spChg chg="add mod">
          <ac:chgData name="VELUMULA PRANAYA" userId="e2e5ba984025d87a" providerId="LiveId" clId="{53793BED-B473-4FE3-8F99-FA1CF9341410}" dt="2026-04-20T17:35:34.751" v="73"/>
          <ac:spMkLst>
            <pc:docMk/>
            <pc:sldMk cId="3606456025" sldId="262"/>
            <ac:spMk id="4" creationId="{2F1860EE-E206-28FD-A4AA-39C684A98DDC}"/>
          </ac:spMkLst>
        </pc:spChg>
      </pc:sldChg>
      <pc:sldChg chg="addSp delSp modSp new mod">
        <pc:chgData name="VELUMULA PRANAYA" userId="e2e5ba984025d87a" providerId="LiveId" clId="{53793BED-B473-4FE3-8F99-FA1CF9341410}" dt="2026-04-20T18:21:06.230" v="455" actId="1076"/>
        <pc:sldMkLst>
          <pc:docMk/>
          <pc:sldMk cId="1811744069" sldId="263"/>
        </pc:sldMkLst>
        <pc:spChg chg="add del mod">
          <ac:chgData name="VELUMULA PRANAYA" userId="e2e5ba984025d87a" providerId="LiveId" clId="{53793BED-B473-4FE3-8F99-FA1CF9341410}" dt="2026-04-20T18:21:06.230" v="455" actId="1076"/>
          <ac:spMkLst>
            <pc:docMk/>
            <pc:sldMk cId="1811744069" sldId="263"/>
            <ac:spMk id="2" creationId="{01EE60CF-66D2-B865-8220-442F72F08A80}"/>
          </ac:spMkLst>
        </pc:spChg>
        <pc:spChg chg="del mod">
          <ac:chgData name="VELUMULA PRANAYA" userId="e2e5ba984025d87a" providerId="LiveId" clId="{53793BED-B473-4FE3-8F99-FA1CF9341410}" dt="2026-04-20T17:42:28.535" v="118"/>
          <ac:spMkLst>
            <pc:docMk/>
            <pc:sldMk cId="1811744069" sldId="263"/>
            <ac:spMk id="3" creationId="{04C91CE6-9B38-A986-3C1D-A88BB0AD6ADB}"/>
          </ac:spMkLst>
        </pc:spChg>
        <pc:spChg chg="add mod">
          <ac:chgData name="VELUMULA PRANAYA" userId="e2e5ba984025d87a" providerId="LiveId" clId="{53793BED-B473-4FE3-8F99-FA1CF9341410}" dt="2026-04-20T17:50:52.740" v="203" actId="20577"/>
          <ac:spMkLst>
            <pc:docMk/>
            <pc:sldMk cId="1811744069" sldId="263"/>
            <ac:spMk id="8" creationId="{96394D41-671A-1088-BA1F-6A5D39B4164F}"/>
          </ac:spMkLst>
        </pc:spChg>
        <pc:picChg chg="add mod">
          <ac:chgData name="VELUMULA PRANAYA" userId="e2e5ba984025d87a" providerId="LiveId" clId="{53793BED-B473-4FE3-8F99-FA1CF9341410}" dt="2026-04-20T17:48:37.624" v="137" actId="1076"/>
          <ac:picMkLst>
            <pc:docMk/>
            <pc:sldMk cId="1811744069" sldId="263"/>
            <ac:picMk id="4" creationId="{FB239D14-281F-76EC-DFFF-3D3CC85CF759}"/>
          </ac:picMkLst>
        </pc:picChg>
        <pc:picChg chg="add del mod">
          <ac:chgData name="VELUMULA PRANAYA" userId="e2e5ba984025d87a" providerId="LiveId" clId="{53793BED-B473-4FE3-8F99-FA1CF9341410}" dt="2026-04-20T17:48:13.038" v="135" actId="21"/>
          <ac:picMkLst>
            <pc:docMk/>
            <pc:sldMk cId="1811744069" sldId="263"/>
            <ac:picMk id="5" creationId="{98DDD711-A741-C2EC-0F2C-6E306940256D}"/>
          </ac:picMkLst>
        </pc:picChg>
        <pc:picChg chg="add del mod">
          <ac:chgData name="VELUMULA PRANAYA" userId="e2e5ba984025d87a" providerId="LiveId" clId="{53793BED-B473-4FE3-8F99-FA1CF9341410}" dt="2026-04-20T17:47:11.629" v="131" actId="21"/>
          <ac:picMkLst>
            <pc:docMk/>
            <pc:sldMk cId="1811744069" sldId="263"/>
            <ac:picMk id="6" creationId="{514943B6-24A9-67F3-BC6E-0FE21A8BA04C}"/>
          </ac:picMkLst>
        </pc:picChg>
      </pc:sldChg>
      <pc:sldChg chg="addSp delSp modSp new mod">
        <pc:chgData name="VELUMULA PRANAYA" userId="e2e5ba984025d87a" providerId="LiveId" clId="{53793BED-B473-4FE3-8F99-FA1CF9341410}" dt="2026-04-20T18:20:17.303" v="452" actId="1076"/>
        <pc:sldMkLst>
          <pc:docMk/>
          <pc:sldMk cId="3986490224" sldId="264"/>
        </pc:sldMkLst>
        <pc:spChg chg="del">
          <ac:chgData name="VELUMULA PRANAYA" userId="e2e5ba984025d87a" providerId="LiveId" clId="{53793BED-B473-4FE3-8F99-FA1CF9341410}" dt="2026-04-20T17:47:56.011" v="133" actId="21"/>
          <ac:spMkLst>
            <pc:docMk/>
            <pc:sldMk cId="3986490224" sldId="264"/>
            <ac:spMk id="2" creationId="{C308B730-A754-0177-5707-E3219AED596C}"/>
          </ac:spMkLst>
        </pc:spChg>
        <pc:spChg chg="del">
          <ac:chgData name="VELUMULA PRANAYA" userId="e2e5ba984025d87a" providerId="LiveId" clId="{53793BED-B473-4FE3-8F99-FA1CF9341410}" dt="2026-04-20T17:47:22.199" v="132"/>
          <ac:spMkLst>
            <pc:docMk/>
            <pc:sldMk cId="3986490224" sldId="264"/>
            <ac:spMk id="3" creationId="{F7FE062D-11DD-00B0-4B90-7BACBADB835A}"/>
          </ac:spMkLst>
        </pc:spChg>
        <pc:spChg chg="add mod">
          <ac:chgData name="VELUMULA PRANAYA" userId="e2e5ba984025d87a" providerId="LiveId" clId="{53793BED-B473-4FE3-8F99-FA1CF9341410}" dt="2026-04-20T18:18:35.363" v="436" actId="1076"/>
          <ac:spMkLst>
            <pc:docMk/>
            <pc:sldMk cId="3986490224" sldId="264"/>
            <ac:spMk id="6" creationId="{C7B5DCAA-6937-0D9E-12BC-BD83C385357E}"/>
          </ac:spMkLst>
        </pc:spChg>
        <pc:spChg chg="add mod">
          <ac:chgData name="VELUMULA PRANAYA" userId="e2e5ba984025d87a" providerId="LiveId" clId="{53793BED-B473-4FE3-8F99-FA1CF9341410}" dt="2026-04-20T18:20:17.303" v="452" actId="1076"/>
          <ac:spMkLst>
            <pc:docMk/>
            <pc:sldMk cId="3986490224" sldId="264"/>
            <ac:spMk id="10" creationId="{C5F6E4E7-64EB-5137-B52D-6A1C84700386}"/>
          </ac:spMkLst>
        </pc:spChg>
        <pc:picChg chg="add mod">
          <ac:chgData name="VELUMULA PRANAYA" userId="e2e5ba984025d87a" providerId="LiveId" clId="{53793BED-B473-4FE3-8F99-FA1CF9341410}" dt="2026-04-20T18:18:40.674" v="438" actId="14100"/>
          <ac:picMkLst>
            <pc:docMk/>
            <pc:sldMk cId="3986490224" sldId="264"/>
            <ac:picMk id="4" creationId="{AFABAD68-26CF-0C19-6A37-E5F989C55372}"/>
          </ac:picMkLst>
        </pc:picChg>
        <pc:picChg chg="add del mod">
          <ac:chgData name="VELUMULA PRANAYA" userId="e2e5ba984025d87a" providerId="LiveId" clId="{53793BED-B473-4FE3-8F99-FA1CF9341410}" dt="2026-04-20T18:18:59.309" v="441" actId="21"/>
          <ac:picMkLst>
            <pc:docMk/>
            <pc:sldMk cId="3986490224" sldId="264"/>
            <ac:picMk id="8" creationId="{CA7D9ACD-3107-E980-0018-435B2BF107BD}"/>
          </ac:picMkLst>
        </pc:picChg>
      </pc:sldChg>
      <pc:sldChg chg="addSp delSp modSp new mod">
        <pc:chgData name="VELUMULA PRANAYA" userId="e2e5ba984025d87a" providerId="LiveId" clId="{53793BED-B473-4FE3-8F99-FA1CF9341410}" dt="2026-04-20T18:20:27.192" v="453"/>
        <pc:sldMkLst>
          <pc:docMk/>
          <pc:sldMk cId="2175920190" sldId="265"/>
        </pc:sldMkLst>
        <pc:spChg chg="del">
          <ac:chgData name="VELUMULA PRANAYA" userId="e2e5ba984025d87a" providerId="LiveId" clId="{53793BED-B473-4FE3-8F99-FA1CF9341410}" dt="2026-04-20T17:53:30.227" v="239" actId="21"/>
          <ac:spMkLst>
            <pc:docMk/>
            <pc:sldMk cId="2175920190" sldId="265"/>
            <ac:spMk id="2" creationId="{F66D76F5-D1EF-B904-4F39-BE33E9D9C089}"/>
          </ac:spMkLst>
        </pc:spChg>
        <pc:spChg chg="del mod">
          <ac:chgData name="VELUMULA PRANAYA" userId="e2e5ba984025d87a" providerId="LiveId" clId="{53793BED-B473-4FE3-8F99-FA1CF9341410}" dt="2026-04-20T17:54:41.474" v="243"/>
          <ac:spMkLst>
            <pc:docMk/>
            <pc:sldMk cId="2175920190" sldId="265"/>
            <ac:spMk id="3" creationId="{A6E0658F-985F-B6D1-8C30-550816BE7FFE}"/>
          </ac:spMkLst>
        </pc:spChg>
        <pc:spChg chg="add del mod">
          <ac:chgData name="VELUMULA PRANAYA" userId="e2e5ba984025d87a" providerId="LiveId" clId="{53793BED-B473-4FE3-8F99-FA1CF9341410}" dt="2026-04-20T17:54:45.171" v="244"/>
          <ac:spMkLst>
            <pc:docMk/>
            <pc:sldMk cId="2175920190" sldId="265"/>
            <ac:spMk id="4" creationId="{C5ECB41D-16C6-0626-C7AA-6E7182CFBFDA}"/>
          </ac:spMkLst>
        </pc:spChg>
        <pc:spChg chg="add del mod">
          <ac:chgData name="VELUMULA PRANAYA" userId="e2e5ba984025d87a" providerId="LiveId" clId="{53793BED-B473-4FE3-8F99-FA1CF9341410}" dt="2026-04-20T17:54:57.611" v="246"/>
          <ac:spMkLst>
            <pc:docMk/>
            <pc:sldMk cId="2175920190" sldId="265"/>
            <ac:spMk id="5" creationId="{01717924-E457-699B-7D26-FFA216ACCA96}"/>
          </ac:spMkLst>
        </pc:spChg>
        <pc:spChg chg="add mod">
          <ac:chgData name="VELUMULA PRANAYA" userId="e2e5ba984025d87a" providerId="LiveId" clId="{53793BED-B473-4FE3-8F99-FA1CF9341410}" dt="2026-04-20T18:20:02.256" v="448" actId="1076"/>
          <ac:spMkLst>
            <pc:docMk/>
            <pc:sldMk cId="2175920190" sldId="265"/>
            <ac:spMk id="9" creationId="{54D903D9-0FC6-AD92-E3F8-4BD3754B8704}"/>
          </ac:spMkLst>
        </pc:spChg>
        <pc:spChg chg="add mod">
          <ac:chgData name="VELUMULA PRANAYA" userId="e2e5ba984025d87a" providerId="LiveId" clId="{53793BED-B473-4FE3-8F99-FA1CF9341410}" dt="2026-04-20T18:20:27.192" v="453"/>
          <ac:spMkLst>
            <pc:docMk/>
            <pc:sldMk cId="2175920190" sldId="265"/>
            <ac:spMk id="12" creationId="{12932746-D142-5A8A-52E6-95F12CAAD870}"/>
          </ac:spMkLst>
        </pc:spChg>
        <pc:picChg chg="add mod ord">
          <ac:chgData name="VELUMULA PRANAYA" userId="e2e5ba984025d87a" providerId="LiveId" clId="{53793BED-B473-4FE3-8F99-FA1CF9341410}" dt="2026-04-20T18:20:04.693" v="449" actId="1076"/>
          <ac:picMkLst>
            <pc:docMk/>
            <pc:sldMk cId="2175920190" sldId="265"/>
            <ac:picMk id="7" creationId="{0AF6CDC8-9DF1-3CF5-5B3C-9284AC8F05AD}"/>
          </ac:picMkLst>
        </pc:picChg>
        <pc:picChg chg="add mod">
          <ac:chgData name="VELUMULA PRANAYA" userId="e2e5ba984025d87a" providerId="LiveId" clId="{53793BED-B473-4FE3-8F99-FA1CF9341410}" dt="2026-04-20T18:20:08.107" v="450" actId="1076"/>
          <ac:picMkLst>
            <pc:docMk/>
            <pc:sldMk cId="2175920190" sldId="265"/>
            <ac:picMk id="11" creationId="{81CD5713-CA67-6898-B43A-50294BB45C43}"/>
          </ac:picMkLst>
        </pc:picChg>
      </pc:sldChg>
      <pc:sldChg chg="modSp new mod">
        <pc:chgData name="VELUMULA PRANAYA" userId="e2e5ba984025d87a" providerId="LiveId" clId="{53793BED-B473-4FE3-8F99-FA1CF9341410}" dt="2026-04-20T18:03:54.587" v="335" actId="2711"/>
        <pc:sldMkLst>
          <pc:docMk/>
          <pc:sldMk cId="3770402719" sldId="266"/>
        </pc:sldMkLst>
        <pc:spChg chg="mod">
          <ac:chgData name="VELUMULA PRANAYA" userId="e2e5ba984025d87a" providerId="LiveId" clId="{53793BED-B473-4FE3-8F99-FA1CF9341410}" dt="2026-04-20T18:01:22.427" v="322" actId="2711"/>
          <ac:spMkLst>
            <pc:docMk/>
            <pc:sldMk cId="3770402719" sldId="266"/>
            <ac:spMk id="2" creationId="{2C68E141-97FC-D7F4-F5E9-2C9E71F42D45}"/>
          </ac:spMkLst>
        </pc:spChg>
        <pc:spChg chg="mod">
          <ac:chgData name="VELUMULA PRANAYA" userId="e2e5ba984025d87a" providerId="LiveId" clId="{53793BED-B473-4FE3-8F99-FA1CF9341410}" dt="2026-04-20T18:03:54.587" v="335" actId="2711"/>
          <ac:spMkLst>
            <pc:docMk/>
            <pc:sldMk cId="3770402719" sldId="266"/>
            <ac:spMk id="3" creationId="{616E11DA-8C6C-1D92-22B7-9079E74FBA38}"/>
          </ac:spMkLst>
        </pc:spChg>
      </pc:sldChg>
      <pc:sldChg chg="modSp new mod">
        <pc:chgData name="VELUMULA PRANAYA" userId="e2e5ba984025d87a" providerId="LiveId" clId="{53793BED-B473-4FE3-8F99-FA1CF9341410}" dt="2026-04-20T18:26:29.315" v="494" actId="2711"/>
        <pc:sldMkLst>
          <pc:docMk/>
          <pc:sldMk cId="584167379" sldId="267"/>
        </pc:sldMkLst>
        <pc:spChg chg="mod">
          <ac:chgData name="VELUMULA PRANAYA" userId="e2e5ba984025d87a" providerId="LiveId" clId="{53793BED-B473-4FE3-8F99-FA1CF9341410}" dt="2026-04-20T18:26:29.315" v="494" actId="2711"/>
          <ac:spMkLst>
            <pc:docMk/>
            <pc:sldMk cId="584167379" sldId="267"/>
            <ac:spMk id="2" creationId="{9A441BD0-C07F-9C20-3EB8-0BB56A209793}"/>
          </ac:spMkLst>
        </pc:spChg>
        <pc:spChg chg="mod">
          <ac:chgData name="VELUMULA PRANAYA" userId="e2e5ba984025d87a" providerId="LiveId" clId="{53793BED-B473-4FE3-8F99-FA1CF9341410}" dt="2026-04-20T18:26:17.555" v="493" actId="2711"/>
          <ac:spMkLst>
            <pc:docMk/>
            <pc:sldMk cId="584167379" sldId="267"/>
            <ac:spMk id="3" creationId="{F76BC335-4EAA-E4D5-E2EC-D60A51E97105}"/>
          </ac:spMkLst>
        </pc:spChg>
      </pc:sldChg>
      <pc:sldChg chg="modSp new mod">
        <pc:chgData name="VELUMULA PRANAYA" userId="e2e5ba984025d87a" providerId="LiveId" clId="{53793BED-B473-4FE3-8F99-FA1CF9341410}" dt="2026-04-20T18:10:42.543" v="382" actId="2711"/>
        <pc:sldMkLst>
          <pc:docMk/>
          <pc:sldMk cId="3341369872" sldId="268"/>
        </pc:sldMkLst>
        <pc:spChg chg="mod">
          <ac:chgData name="VELUMULA PRANAYA" userId="e2e5ba984025d87a" providerId="LiveId" clId="{53793BED-B473-4FE3-8F99-FA1CF9341410}" dt="2026-04-20T18:09:07.875" v="379" actId="2711"/>
          <ac:spMkLst>
            <pc:docMk/>
            <pc:sldMk cId="3341369872" sldId="268"/>
            <ac:spMk id="2" creationId="{DB6CE132-D556-A683-CA31-70723BAAD6D4}"/>
          </ac:spMkLst>
        </pc:spChg>
        <pc:spChg chg="mod">
          <ac:chgData name="VELUMULA PRANAYA" userId="e2e5ba984025d87a" providerId="LiveId" clId="{53793BED-B473-4FE3-8F99-FA1CF9341410}" dt="2026-04-20T18:10:42.543" v="382" actId="2711"/>
          <ac:spMkLst>
            <pc:docMk/>
            <pc:sldMk cId="3341369872" sldId="268"/>
            <ac:spMk id="3" creationId="{1C69A51D-EF62-22B2-7EE6-18F5697005A4}"/>
          </ac:spMkLst>
        </pc:spChg>
      </pc:sldChg>
      <pc:sldChg chg="modSp new mod">
        <pc:chgData name="VELUMULA PRANAYA" userId="e2e5ba984025d87a" providerId="LiveId" clId="{53793BED-B473-4FE3-8F99-FA1CF9341410}" dt="2026-04-20T18:23:51.443" v="469" actId="2711"/>
        <pc:sldMkLst>
          <pc:docMk/>
          <pc:sldMk cId="2313238935" sldId="269"/>
        </pc:sldMkLst>
        <pc:spChg chg="mod">
          <ac:chgData name="VELUMULA PRANAYA" userId="e2e5ba984025d87a" providerId="LiveId" clId="{53793BED-B473-4FE3-8F99-FA1CF9341410}" dt="2026-04-20T18:11:48.221" v="400" actId="2711"/>
          <ac:spMkLst>
            <pc:docMk/>
            <pc:sldMk cId="2313238935" sldId="269"/>
            <ac:spMk id="2" creationId="{D42D7176-0A84-77CB-766C-72EC5BEB76A1}"/>
          </ac:spMkLst>
        </pc:spChg>
        <pc:spChg chg="mod">
          <ac:chgData name="VELUMULA PRANAYA" userId="e2e5ba984025d87a" providerId="LiveId" clId="{53793BED-B473-4FE3-8F99-FA1CF9341410}" dt="2026-04-20T18:23:51.443" v="469" actId="2711"/>
          <ac:spMkLst>
            <pc:docMk/>
            <pc:sldMk cId="2313238935" sldId="269"/>
            <ac:spMk id="3" creationId="{E7AC2564-FF69-D6A9-C635-8AF1BD223F9B}"/>
          </ac:spMkLst>
        </pc:spChg>
      </pc:sldChg>
      <pc:sldChg chg="delSp modSp new mod">
        <pc:chgData name="VELUMULA PRANAYA" userId="e2e5ba984025d87a" providerId="LiveId" clId="{53793BED-B473-4FE3-8F99-FA1CF9341410}" dt="2026-04-20T18:25:29.269" v="490" actId="113"/>
        <pc:sldMkLst>
          <pc:docMk/>
          <pc:sldMk cId="3922654749" sldId="270"/>
        </pc:sldMkLst>
        <pc:spChg chg="mod">
          <ac:chgData name="VELUMULA PRANAYA" userId="e2e5ba984025d87a" providerId="LiveId" clId="{53793BED-B473-4FE3-8F99-FA1CF9341410}" dt="2026-04-20T18:25:29.269" v="490" actId="113"/>
          <ac:spMkLst>
            <pc:docMk/>
            <pc:sldMk cId="3922654749" sldId="270"/>
            <ac:spMk id="2" creationId="{2794773E-381B-BFE3-F2E3-CB38EAB1CAE8}"/>
          </ac:spMkLst>
        </pc:spChg>
        <pc:spChg chg="del">
          <ac:chgData name="VELUMULA PRANAYA" userId="e2e5ba984025d87a" providerId="LiveId" clId="{53793BED-B473-4FE3-8F99-FA1CF9341410}" dt="2026-04-20T18:24:25.865" v="482" actId="21"/>
          <ac:spMkLst>
            <pc:docMk/>
            <pc:sldMk cId="3922654749" sldId="270"/>
            <ac:spMk id="3" creationId="{D35097C8-94DA-A651-DA47-2A5236687B9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B050-B4B0-0130-1403-85BD4C1291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3D37AB4-5848-609C-5515-2FFE84C764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0EF0FB-3C12-3581-C920-204A3E1380F7}"/>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5" name="Footer Placeholder 4">
            <a:extLst>
              <a:ext uri="{FF2B5EF4-FFF2-40B4-BE49-F238E27FC236}">
                <a16:creationId xmlns:a16="http://schemas.microsoft.com/office/drawing/2014/main" id="{5C80F462-D742-C096-472D-5AE3BA46DD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4F7C12-9520-893E-8C54-921359568037}"/>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2499059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F836-AAA1-A028-91FE-09EC4E401C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8C87FB-20A0-1214-00BD-9206632382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01A625-1F64-7412-A532-D153E9BFD999}"/>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5" name="Footer Placeholder 4">
            <a:extLst>
              <a:ext uri="{FF2B5EF4-FFF2-40B4-BE49-F238E27FC236}">
                <a16:creationId xmlns:a16="http://schemas.microsoft.com/office/drawing/2014/main" id="{E2060031-0412-EB6F-F7BF-AEE50F64D2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877D36-6C66-867E-41F7-EDD302811FF2}"/>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57790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C683-E425-994E-2438-7F26FBDB75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E966BA-9EAD-6BB0-C4D6-A4B5C8148C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896FB7-2260-2D26-37DC-BF61D8AA96A1}"/>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5" name="Footer Placeholder 4">
            <a:extLst>
              <a:ext uri="{FF2B5EF4-FFF2-40B4-BE49-F238E27FC236}">
                <a16:creationId xmlns:a16="http://schemas.microsoft.com/office/drawing/2014/main" id="{A2D50EFB-1365-DC08-0F66-4ECB3A7477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271BC0-F450-A414-BCD5-88A09DA1504B}"/>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1282005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F5FB5-11CA-A919-D495-948FAA2ABD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3C8858-5659-CF3F-C5A6-722234C905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9CFF86-2A6F-8C22-03AC-DAD7967E96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F01386-BE60-B05D-726A-EC8FA06F9814}"/>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6" name="Footer Placeholder 5">
            <a:extLst>
              <a:ext uri="{FF2B5EF4-FFF2-40B4-BE49-F238E27FC236}">
                <a16:creationId xmlns:a16="http://schemas.microsoft.com/office/drawing/2014/main" id="{1354FC62-ACC2-DACE-6287-99E337D7CB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881159-A55E-8E74-0F7E-CE21D2353A39}"/>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2420506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3C58-F70D-7608-78EC-252F5D8C24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65E3E6-E593-7F17-ABA3-AA28DD4154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EA2815-A75F-59BD-B1C3-8B4C272E74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1991DE-B6A2-3284-17A9-646DE20DA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6EBC2-4C27-13B2-6783-0FD6457343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4C5833-FDF7-F6B0-0389-1221B1BC0863}"/>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8" name="Footer Placeholder 7">
            <a:extLst>
              <a:ext uri="{FF2B5EF4-FFF2-40B4-BE49-F238E27FC236}">
                <a16:creationId xmlns:a16="http://schemas.microsoft.com/office/drawing/2014/main" id="{6DF14641-55EC-E9A2-92CB-6F28BFAC66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971EBE-07FD-F9D4-656E-9C3A4D809528}"/>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354506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AE319-8CD3-F3A4-F33D-C060EEBC55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8832912-3510-16D6-CC35-536CEFDCC184}"/>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4" name="Footer Placeholder 3">
            <a:extLst>
              <a:ext uri="{FF2B5EF4-FFF2-40B4-BE49-F238E27FC236}">
                <a16:creationId xmlns:a16="http://schemas.microsoft.com/office/drawing/2014/main" id="{2A708025-7266-AF76-DE8B-9C7190F705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B40FD83-A897-727E-91D4-A16B063AC606}"/>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1816090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2CE0D8-6011-F064-B46F-185E4CDD065B}"/>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3" name="Footer Placeholder 2">
            <a:extLst>
              <a:ext uri="{FF2B5EF4-FFF2-40B4-BE49-F238E27FC236}">
                <a16:creationId xmlns:a16="http://schemas.microsoft.com/office/drawing/2014/main" id="{36B2773A-2CCF-9E5F-4054-AA21E3EAA4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1D290D-8121-CAB5-BBBC-5EC800F6ABEA}"/>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10405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4C383-AFC3-04D2-6C93-C14EAB374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5DB73E-A8FB-50DC-B5CC-A180E87ABC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DC73C8-6BDD-2CDB-7103-6994337DC6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B0D773-18A3-53BF-DAC1-F86DEF26FFCE}"/>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6" name="Footer Placeholder 5">
            <a:extLst>
              <a:ext uri="{FF2B5EF4-FFF2-40B4-BE49-F238E27FC236}">
                <a16:creationId xmlns:a16="http://schemas.microsoft.com/office/drawing/2014/main" id="{C8A14A2E-B35D-1776-4E35-835D995CBB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E403A8-45F6-DDF4-8E57-41059B24491D}"/>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280443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61995-2A1C-8697-D025-37B86253AF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39FDF1-5511-689D-659A-0BFA311780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F85AC6-D176-4F5F-9968-5C42FDC38F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55EF1-8BE3-1D40-32D3-CED1444F65D3}"/>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6" name="Footer Placeholder 5">
            <a:extLst>
              <a:ext uri="{FF2B5EF4-FFF2-40B4-BE49-F238E27FC236}">
                <a16:creationId xmlns:a16="http://schemas.microsoft.com/office/drawing/2014/main" id="{2698FABA-B358-2B9D-9419-279E1E7D14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645AC4-633D-2E77-9851-78EF189D0786}"/>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771415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876DE-4669-0C07-8F78-72A7525840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458C45-DA46-A5A4-0DEF-2A3B5D355B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EEB667-AE57-E33F-A1D6-B47C2EDBA2FF}"/>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5" name="Footer Placeholder 4">
            <a:extLst>
              <a:ext uri="{FF2B5EF4-FFF2-40B4-BE49-F238E27FC236}">
                <a16:creationId xmlns:a16="http://schemas.microsoft.com/office/drawing/2014/main" id="{F50A603D-78DF-817F-380E-B60C71E77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3AE5A9-0430-A12F-C829-049C4CC4F281}"/>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4045745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415A5F-F1EB-62EE-03B4-24FF7FC5B6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5A7F40-FB53-11D0-B1ED-C7DA31C1E5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F72BC7-699E-10D2-1E52-906F2C44149D}"/>
              </a:ext>
            </a:extLst>
          </p:cNvPr>
          <p:cNvSpPr>
            <a:spLocks noGrp="1"/>
          </p:cNvSpPr>
          <p:nvPr>
            <p:ph type="dt" sz="half" idx="10"/>
          </p:nvPr>
        </p:nvSpPr>
        <p:spPr/>
        <p:txBody>
          <a:bodyPr/>
          <a:lstStyle/>
          <a:p>
            <a:fld id="{A042C4CE-F7F2-4F8D-8E07-812484C44B96}" type="datetimeFigureOut">
              <a:rPr lang="en-IN" smtClean="0"/>
              <a:t>20-04-2026</a:t>
            </a:fld>
            <a:endParaRPr lang="en-IN"/>
          </a:p>
        </p:txBody>
      </p:sp>
      <p:sp>
        <p:nvSpPr>
          <p:cNvPr id="5" name="Footer Placeholder 4">
            <a:extLst>
              <a:ext uri="{FF2B5EF4-FFF2-40B4-BE49-F238E27FC236}">
                <a16:creationId xmlns:a16="http://schemas.microsoft.com/office/drawing/2014/main" id="{8BD9250D-D69C-2183-01E6-9AEC1B4612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A8CB4-0617-BC35-FA72-18F4E9DBFEA6}"/>
              </a:ext>
            </a:extLst>
          </p:cNvPr>
          <p:cNvSpPr>
            <a:spLocks noGrp="1"/>
          </p:cNvSpPr>
          <p:nvPr>
            <p:ph type="sldNum" sz="quarter" idx="12"/>
          </p:nvPr>
        </p:nvSpPr>
        <p:spPr/>
        <p:txBody>
          <a:bodyPr/>
          <a:lstStyle/>
          <a:p>
            <a:fld id="{C81B3C7C-DBDE-4D5E-8E70-05F4C39FA5F0}" type="slidenum">
              <a:rPr lang="en-IN" smtClean="0"/>
              <a:t>‹#›</a:t>
            </a:fld>
            <a:endParaRPr lang="en-IN"/>
          </a:p>
        </p:txBody>
      </p:sp>
    </p:spTree>
    <p:extLst>
      <p:ext uri="{BB962C8B-B14F-4D97-AF65-F5344CB8AC3E}">
        <p14:creationId xmlns:p14="http://schemas.microsoft.com/office/powerpoint/2010/main" val="2707256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34DB7E-2034-0824-971A-0ECF3F82B1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43B392-8489-A1D3-E367-AB1D929BA5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5E02DD-50C1-4F92-F1B0-854FAFA9FF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42C4CE-F7F2-4F8D-8E07-812484C44B96}" type="datetimeFigureOut">
              <a:rPr lang="en-IN" smtClean="0"/>
              <a:t>20-04-2026</a:t>
            </a:fld>
            <a:endParaRPr lang="en-IN"/>
          </a:p>
        </p:txBody>
      </p:sp>
      <p:sp>
        <p:nvSpPr>
          <p:cNvPr id="5" name="Footer Placeholder 4">
            <a:extLst>
              <a:ext uri="{FF2B5EF4-FFF2-40B4-BE49-F238E27FC236}">
                <a16:creationId xmlns:a16="http://schemas.microsoft.com/office/drawing/2014/main" id="{87921AC1-B931-2D35-332F-D5F6039840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71D4D7-E71E-6C8A-26A1-01943303B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1B3C7C-DBDE-4D5E-8E70-05F4C39FA5F0}" type="slidenum">
              <a:rPr lang="en-IN" smtClean="0"/>
              <a:t>‹#›</a:t>
            </a:fld>
            <a:endParaRPr lang="en-IN"/>
          </a:p>
        </p:txBody>
      </p:sp>
    </p:spTree>
    <p:extLst>
      <p:ext uri="{BB962C8B-B14F-4D97-AF65-F5344CB8AC3E}">
        <p14:creationId xmlns:p14="http://schemas.microsoft.com/office/powerpoint/2010/main" val="1728150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6746-3449-99E5-C6E6-3D025A0B9F59}"/>
              </a:ext>
            </a:extLst>
          </p:cNvPr>
          <p:cNvSpPr>
            <a:spLocks noGrp="1"/>
          </p:cNvSpPr>
          <p:nvPr>
            <p:ph type="ctrTitle"/>
          </p:nvPr>
        </p:nvSpPr>
        <p:spPr>
          <a:xfrm>
            <a:off x="1524000" y="1557683"/>
            <a:ext cx="9144000" cy="845883"/>
          </a:xfrm>
        </p:spPr>
        <p:txBody>
          <a:bodyPr>
            <a:normAutofit fontScale="90000"/>
          </a:bodyPr>
          <a:lstStyle/>
          <a:p>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Project on</a:t>
            </a:r>
            <a:br>
              <a:rPr lang="en-US" sz="1400" b="1" dirty="0">
                <a:latin typeface="Times New Roman" panose="02020603050405020304" pitchFamily="18" charset="0"/>
                <a:cs typeface="Times New Roman" panose="02020603050405020304" pitchFamily="18" charset="0"/>
              </a:rPr>
            </a:br>
            <a:br>
              <a:rPr lang="en-US" sz="1400" b="1" dirty="0">
                <a:latin typeface="Times New Roman" panose="02020603050405020304" pitchFamily="18" charset="0"/>
                <a:cs typeface="Times New Roman" panose="02020603050405020304" pitchFamily="18" charset="0"/>
              </a:rPr>
            </a:br>
            <a:r>
              <a:rPr lang="en-US" sz="2200" b="1" dirty="0">
                <a:solidFill>
                  <a:srgbClr val="FF0000"/>
                </a:solidFill>
                <a:latin typeface="Times New Roman" panose="02020603050405020304" pitchFamily="18" charset="0"/>
                <a:cs typeface="Times New Roman" panose="02020603050405020304" pitchFamily="18" charset="0"/>
              </a:rPr>
              <a:t>LONG RANGE SPY ROBOT WITH NIGHT VISION</a:t>
            </a:r>
            <a:br>
              <a:rPr lang="en-US" sz="1400" b="1" dirty="0">
                <a:latin typeface="Times New Roman" panose="02020603050405020304" pitchFamily="18" charset="0"/>
                <a:cs typeface="Times New Roman" panose="02020603050405020304" pitchFamily="18" charset="0"/>
              </a:rPr>
            </a:br>
            <a:endParaRPr lang="en-IN" sz="1400" dirty="0"/>
          </a:p>
        </p:txBody>
      </p:sp>
      <p:sp>
        <p:nvSpPr>
          <p:cNvPr id="3" name="Subtitle 2">
            <a:extLst>
              <a:ext uri="{FF2B5EF4-FFF2-40B4-BE49-F238E27FC236}">
                <a16:creationId xmlns:a16="http://schemas.microsoft.com/office/drawing/2014/main" id="{502A86D1-25F8-FB31-F292-A2C4003CE4E1}"/>
              </a:ext>
            </a:extLst>
          </p:cNvPr>
          <p:cNvSpPr>
            <a:spLocks noGrp="1"/>
          </p:cNvSpPr>
          <p:nvPr>
            <p:ph type="subTitle" idx="1"/>
          </p:nvPr>
        </p:nvSpPr>
        <p:spPr>
          <a:xfrm>
            <a:off x="1524000" y="2403566"/>
            <a:ext cx="9144000" cy="3831772"/>
          </a:xfrm>
        </p:spPr>
        <p:txBody>
          <a:bodyPr>
            <a:normAutofit/>
          </a:bodyPr>
          <a:lstStyle/>
          <a:p>
            <a:r>
              <a:rPr lang="en-US" sz="1400" dirty="0">
                <a:latin typeface="Times New Roman" panose="02020603050405020304" pitchFamily="18" charset="0"/>
                <a:cs typeface="Times New Roman" panose="02020603050405020304" pitchFamily="18" charset="0"/>
              </a:rPr>
              <a:t>By</a:t>
            </a:r>
            <a:endParaRPr lang="en-IN" sz="1400" dirty="0">
              <a:latin typeface="Times New Roman" panose="02020603050405020304" pitchFamily="18" charset="0"/>
              <a:cs typeface="Times New Roman" panose="02020603050405020304" pitchFamily="18" charset="0"/>
            </a:endParaRPr>
          </a:p>
          <a:p>
            <a:r>
              <a:rPr lang="en-US" sz="1500" b="1" dirty="0">
                <a:solidFill>
                  <a:schemeClr val="accent2"/>
                </a:solidFill>
                <a:latin typeface="Times New Roman" panose="02020603050405020304" pitchFamily="18" charset="0"/>
                <a:cs typeface="Times New Roman" panose="02020603050405020304" pitchFamily="18" charset="0"/>
              </a:rPr>
              <a:t>POOSA MANASA (23U65A0401)</a:t>
            </a:r>
            <a:endParaRPr lang="en-IN" sz="1500" dirty="0">
              <a:solidFill>
                <a:schemeClr val="accent2"/>
              </a:solidFill>
              <a:latin typeface="Times New Roman" panose="02020603050405020304" pitchFamily="18" charset="0"/>
              <a:cs typeface="Times New Roman" panose="02020603050405020304" pitchFamily="18" charset="0"/>
            </a:endParaRPr>
          </a:p>
          <a:p>
            <a:r>
              <a:rPr lang="en-US" sz="1500" b="1" dirty="0">
                <a:solidFill>
                  <a:schemeClr val="accent2"/>
                </a:solidFill>
                <a:latin typeface="Times New Roman" panose="02020603050405020304" pitchFamily="18" charset="0"/>
                <a:cs typeface="Times New Roman" panose="02020603050405020304" pitchFamily="18" charset="0"/>
              </a:rPr>
              <a:t>BUJENGARI SANEETH REDDY (22U61A0403)</a:t>
            </a:r>
            <a:endParaRPr lang="en-IN" sz="1500" dirty="0">
              <a:solidFill>
                <a:schemeClr val="accent2"/>
              </a:solidFill>
              <a:latin typeface="Times New Roman" panose="02020603050405020304" pitchFamily="18" charset="0"/>
              <a:cs typeface="Times New Roman" panose="02020603050405020304" pitchFamily="18" charset="0"/>
            </a:endParaRPr>
          </a:p>
          <a:p>
            <a:r>
              <a:rPr lang="en-US" sz="1500" b="1" dirty="0">
                <a:solidFill>
                  <a:schemeClr val="accent2"/>
                </a:solidFill>
                <a:latin typeface="Times New Roman" panose="02020603050405020304" pitchFamily="18" charset="0"/>
                <a:cs typeface="Times New Roman" panose="02020603050405020304" pitchFamily="18" charset="0"/>
              </a:rPr>
              <a:t>AMBATI PRANAY KUMAR (22U61A0401)</a:t>
            </a:r>
            <a:endParaRPr lang="en-IN" sz="1500" dirty="0">
              <a:solidFill>
                <a:schemeClr val="accent2"/>
              </a:solidFill>
              <a:latin typeface="Times New Roman" panose="02020603050405020304" pitchFamily="18" charset="0"/>
              <a:cs typeface="Times New Roman" panose="02020603050405020304" pitchFamily="18" charset="0"/>
            </a:endParaRPr>
          </a:p>
          <a:p>
            <a:r>
              <a:rPr lang="en-US" sz="1500" b="1" dirty="0">
                <a:solidFill>
                  <a:schemeClr val="accent2"/>
                </a:solidFill>
                <a:latin typeface="Times New Roman" panose="02020603050405020304" pitchFamily="18" charset="0"/>
                <a:cs typeface="Times New Roman" panose="02020603050405020304" pitchFamily="18" charset="0"/>
              </a:rPr>
              <a:t>SHAIK RAMIDHA (22U61A0411)</a:t>
            </a:r>
            <a:endParaRPr lang="en-IN" sz="1500" dirty="0">
              <a:solidFill>
                <a:schemeClr val="accent2"/>
              </a:solidFill>
              <a:latin typeface="Times New Roman" panose="02020603050405020304" pitchFamily="18" charset="0"/>
              <a:cs typeface="Times New Roman" panose="02020603050405020304" pitchFamily="18" charset="0"/>
            </a:endParaRPr>
          </a:p>
          <a:p>
            <a:r>
              <a:rPr lang="en-US" sz="1500" b="1" dirty="0">
                <a:latin typeface="Times New Roman" panose="02020603050405020304" pitchFamily="18" charset="0"/>
                <a:cs typeface="Times New Roman" panose="02020603050405020304" pitchFamily="18" charset="0"/>
              </a:rPr>
              <a:t> </a:t>
            </a:r>
            <a:endParaRPr lang="en-IN" sz="15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Under the Guidance of </a:t>
            </a:r>
            <a:endParaRPr lang="en-IN" sz="1400" dirty="0">
              <a:latin typeface="Times New Roman" panose="02020603050405020304" pitchFamily="18" charset="0"/>
              <a:cs typeface="Times New Roman" panose="02020603050405020304" pitchFamily="18" charset="0"/>
            </a:endParaRPr>
          </a:p>
          <a:p>
            <a:r>
              <a:rPr lang="en-US" sz="1400" b="1" dirty="0">
                <a:solidFill>
                  <a:srgbClr val="0070C0"/>
                </a:solidFill>
                <a:latin typeface="Times New Roman" panose="02020603050405020304" pitchFamily="18" charset="0"/>
                <a:cs typeface="Times New Roman" panose="02020603050405020304" pitchFamily="18" charset="0"/>
              </a:rPr>
              <a:t>Mr. Md Altaf Ur Rahman</a:t>
            </a:r>
            <a:endParaRPr lang="en-IN" sz="1400" dirty="0">
              <a:solidFill>
                <a:srgbClr val="0070C0"/>
              </a:solidFill>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  B.E(OU); M.E(OU)</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Assistant Professor, Dept. of ECE</a:t>
            </a:r>
            <a:endParaRPr lang="en-IN"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2C59BD7-6F66-8C84-7B59-E1ABD5C47D70}"/>
              </a:ext>
            </a:extLst>
          </p:cNvPr>
          <p:cNvPicPr>
            <a:picLocks noChangeAspect="1"/>
          </p:cNvPicPr>
          <p:nvPr/>
        </p:nvPicPr>
        <p:blipFill rotWithShape="1">
          <a:blip r:embed="rId2">
            <a:extLst>
              <a:ext uri="{28A0092B-C50C-407E-A947-70E740481C1C}">
                <a14:useLocalDpi xmlns:a14="http://schemas.microsoft.com/office/drawing/2010/main" val="0"/>
              </a:ext>
            </a:extLst>
          </a:blip>
          <a:srcRect l="-378" t="54795" r="392" b="27919"/>
          <a:stretch/>
        </p:blipFill>
        <p:spPr>
          <a:xfrm>
            <a:off x="0" y="44862"/>
            <a:ext cx="6331298" cy="1426943"/>
          </a:xfrm>
          <a:prstGeom prst="rect">
            <a:avLst/>
          </a:prstGeom>
        </p:spPr>
      </p:pic>
      <p:pic>
        <p:nvPicPr>
          <p:cNvPr id="5" name="Picture 4">
            <a:extLst>
              <a:ext uri="{FF2B5EF4-FFF2-40B4-BE49-F238E27FC236}">
                <a16:creationId xmlns:a16="http://schemas.microsoft.com/office/drawing/2014/main" id="{1611FA48-0A0C-C84B-6BF0-DEBA846F6220}"/>
              </a:ext>
            </a:extLst>
          </p:cNvPr>
          <p:cNvPicPr>
            <a:picLocks noChangeAspect="1"/>
          </p:cNvPicPr>
          <p:nvPr/>
        </p:nvPicPr>
        <p:blipFill rotWithShape="1">
          <a:blip r:embed="rId2">
            <a:extLst>
              <a:ext uri="{28A0092B-C50C-407E-A947-70E740481C1C}">
                <a14:useLocalDpi xmlns:a14="http://schemas.microsoft.com/office/drawing/2010/main" val="0"/>
              </a:ext>
            </a:extLst>
          </a:blip>
          <a:srcRect t="71876" r="-1131" b="10347"/>
          <a:stretch/>
        </p:blipFill>
        <p:spPr>
          <a:xfrm>
            <a:off x="6178898" y="130740"/>
            <a:ext cx="6013102" cy="1426943"/>
          </a:xfrm>
          <a:prstGeom prst="rect">
            <a:avLst/>
          </a:prstGeom>
        </p:spPr>
      </p:pic>
    </p:spTree>
    <p:extLst>
      <p:ext uri="{BB962C8B-B14F-4D97-AF65-F5344CB8AC3E}">
        <p14:creationId xmlns:p14="http://schemas.microsoft.com/office/powerpoint/2010/main" val="307095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46DEA37-E108-C28C-C704-28FF645C23E1}"/>
              </a:ext>
            </a:extLst>
          </p:cNvPr>
          <p:cNvSpPr>
            <a:spLocks noGrp="1"/>
          </p:cNvSpPr>
          <p:nvPr>
            <p:ph type="title"/>
          </p:nvPr>
        </p:nvSpPr>
        <p:spPr>
          <a:xfrm>
            <a:off x="838200" y="365125"/>
            <a:ext cx="10515600" cy="1325563"/>
          </a:xfrm>
        </p:spPr>
        <p:txBody>
          <a:bodyPr/>
          <a:lstStyle/>
          <a:p>
            <a:r>
              <a:rPr lang="en-US" b="1" dirty="0">
                <a:latin typeface="Times New Roman" panose="02020603050405020304" pitchFamily="18" charset="0"/>
                <a:cs typeface="Times New Roman" panose="02020603050405020304" pitchFamily="18" charset="0"/>
              </a:rPr>
              <a:t>Outline</a:t>
            </a:r>
            <a:endParaRPr lang="en-IN" b="1"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F55D03DB-1DA3-91EB-1789-6FC5C87195CC}"/>
              </a:ext>
            </a:extLst>
          </p:cNvPr>
          <p:cNvSpPr>
            <a:spLocks noGrp="1"/>
          </p:cNvSpPr>
          <p:nvPr>
            <p:ph idx="1"/>
          </p:nvPr>
        </p:nvSpPr>
        <p:spPr>
          <a:xfrm>
            <a:off x="838200" y="1825625"/>
            <a:ext cx="10515600" cy="4351338"/>
          </a:xfrm>
        </p:spPr>
        <p:txBody>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Block Diagram</a:t>
            </a:r>
          </a:p>
          <a:p>
            <a:r>
              <a:rPr lang="en-US" dirty="0">
                <a:latin typeface="Times New Roman" panose="02020603050405020304" pitchFamily="18" charset="0"/>
                <a:cs typeface="Times New Roman" panose="02020603050405020304" pitchFamily="18" charset="0"/>
              </a:rPr>
              <a:t>Output</a:t>
            </a:r>
          </a:p>
          <a:p>
            <a:r>
              <a:rPr lang="en-US"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Applications</a:t>
            </a:r>
          </a:p>
          <a:p>
            <a:r>
              <a:rPr lang="en-US"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949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77309-8BA5-0C44-DF23-C6230201ECE7}"/>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This project presents a long-range spy robot that can be controlled wirelessly from a distance to monitor remote or dangerous areas. The robot is equipped with a camera that provides live video streaming, allowing the user to see real-time surroundings. It also includes night vision capability, which helps the robot operate effectively even in low-light or dark conditions. The robot can move in different directions using motors and is designed to reduce human involvement in risky situations. This system can be used for security, surveillance, and rescue operations, making monitoring safer and more efficient.</a:t>
            </a:r>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BD2C3A6-0C04-4610-6334-A28682C10900}"/>
              </a:ext>
            </a:extLst>
          </p:cNvPr>
          <p:cNvSpPr>
            <a:spLocks noGrp="1"/>
          </p:cNvSpPr>
          <p:nvPr>
            <p:ph type="title"/>
          </p:nvPr>
        </p:nvSpPr>
        <p:spPr>
          <a:xfrm>
            <a:off x="838200" y="365125"/>
            <a:ext cx="10515600" cy="1325563"/>
          </a:xfrm>
        </p:spPr>
        <p:txBody>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261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30438-92A8-B65E-9F0B-98DD71DE3B05}"/>
              </a:ext>
            </a:extLst>
          </p:cNvPr>
          <p:cNvSpPr>
            <a:spLocks noGrp="1"/>
          </p:cNvSpPr>
          <p:nvPr>
            <p:ph idx="1"/>
          </p:nvPr>
        </p:nvSpPr>
        <p:spPr>
          <a:xfrm>
            <a:off x="838200" y="1384664"/>
            <a:ext cx="10515600" cy="5381896"/>
          </a:xfrm>
        </p:spPr>
        <p:txBody>
          <a:bodyPr>
            <a:normAutofit/>
          </a:bodyPr>
          <a:lstStyle/>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b="1" dirty="0"/>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         Hardware Block Diagram</a:t>
            </a:r>
            <a:endParaRPr lang="en-IN" sz="2000" b="1" dirty="0">
              <a:latin typeface="Times New Roman" panose="02020603050405020304" pitchFamily="18" charset="0"/>
              <a:cs typeface="Times New Roman" panose="02020603050405020304" pitchFamily="18" charset="0"/>
            </a:endParaRPr>
          </a:p>
          <a:p>
            <a:endParaRPr lang="en-IN" dirty="0"/>
          </a:p>
        </p:txBody>
      </p:sp>
      <p:sp>
        <p:nvSpPr>
          <p:cNvPr id="4" name="Title 1">
            <a:extLst>
              <a:ext uri="{FF2B5EF4-FFF2-40B4-BE49-F238E27FC236}">
                <a16:creationId xmlns:a16="http://schemas.microsoft.com/office/drawing/2014/main" id="{A0AD9F76-731F-E6DA-5714-78777E97F52E}"/>
              </a:ext>
            </a:extLst>
          </p:cNvPr>
          <p:cNvSpPr>
            <a:spLocks noGrp="1"/>
          </p:cNvSpPr>
          <p:nvPr>
            <p:ph type="title"/>
          </p:nvPr>
        </p:nvSpPr>
        <p:spPr>
          <a:xfrm>
            <a:off x="838200" y="365126"/>
            <a:ext cx="10515600" cy="1019538"/>
          </a:xfrm>
        </p:spPr>
        <p:txBody>
          <a:bodyPr/>
          <a:lstStyle/>
          <a:p>
            <a:r>
              <a:rPr lang="en-US" b="1" dirty="0">
                <a:latin typeface="Times New Roman" panose="02020603050405020304" pitchFamily="18" charset="0"/>
                <a:cs typeface="Times New Roman" panose="02020603050405020304" pitchFamily="18" charset="0"/>
              </a:rPr>
              <a:t>Block Diagram</a:t>
            </a:r>
            <a:endParaRPr lang="en-IN" b="1"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1D32F882-8E00-E80E-5636-E8E6EE70D203}"/>
              </a:ext>
            </a:extLst>
          </p:cNvPr>
          <p:cNvGrpSpPr>
            <a:grpSpLocks/>
          </p:cNvGrpSpPr>
          <p:nvPr/>
        </p:nvGrpSpPr>
        <p:grpSpPr>
          <a:xfrm>
            <a:off x="3197224" y="1384665"/>
            <a:ext cx="6495416" cy="4554582"/>
            <a:chOff x="6350" y="6350"/>
            <a:chExt cx="5797550" cy="3655695"/>
          </a:xfrm>
        </p:grpSpPr>
        <p:sp>
          <p:nvSpPr>
            <p:cNvPr id="6" name="Graphic 29">
              <a:extLst>
                <a:ext uri="{FF2B5EF4-FFF2-40B4-BE49-F238E27FC236}">
                  <a16:creationId xmlns:a16="http://schemas.microsoft.com/office/drawing/2014/main" id="{BE14B2E4-5096-CB3F-F56F-06B601A4B3D0}"/>
                </a:ext>
              </a:extLst>
            </p:cNvPr>
            <p:cNvSpPr/>
            <p:nvPr/>
          </p:nvSpPr>
          <p:spPr>
            <a:xfrm>
              <a:off x="2033904" y="6350"/>
              <a:ext cx="1605915" cy="3655695"/>
            </a:xfrm>
            <a:custGeom>
              <a:avLst/>
              <a:gdLst/>
              <a:ahLst/>
              <a:cxnLst/>
              <a:rect l="l" t="t" r="r" b="b"/>
              <a:pathLst>
                <a:path w="1605915" h="3655695">
                  <a:moveTo>
                    <a:pt x="0" y="267716"/>
                  </a:moveTo>
                  <a:lnTo>
                    <a:pt x="4318" y="219583"/>
                  </a:lnTo>
                  <a:lnTo>
                    <a:pt x="16763" y="174244"/>
                  </a:lnTo>
                  <a:lnTo>
                    <a:pt x="36575" y="132588"/>
                  </a:lnTo>
                  <a:lnTo>
                    <a:pt x="62992" y="95250"/>
                  </a:lnTo>
                  <a:lnTo>
                    <a:pt x="95249" y="62992"/>
                  </a:lnTo>
                  <a:lnTo>
                    <a:pt x="132587" y="36576"/>
                  </a:lnTo>
                  <a:lnTo>
                    <a:pt x="174370" y="16764"/>
                  </a:lnTo>
                  <a:lnTo>
                    <a:pt x="219582" y="4318"/>
                  </a:lnTo>
                  <a:lnTo>
                    <a:pt x="267716" y="0"/>
                  </a:lnTo>
                  <a:lnTo>
                    <a:pt x="1338198" y="0"/>
                  </a:lnTo>
                  <a:lnTo>
                    <a:pt x="1386332" y="4318"/>
                  </a:lnTo>
                  <a:lnTo>
                    <a:pt x="1431544" y="16764"/>
                  </a:lnTo>
                  <a:lnTo>
                    <a:pt x="1473327" y="36576"/>
                  </a:lnTo>
                  <a:lnTo>
                    <a:pt x="1510665" y="62992"/>
                  </a:lnTo>
                  <a:lnTo>
                    <a:pt x="1542922" y="95250"/>
                  </a:lnTo>
                  <a:lnTo>
                    <a:pt x="1569339" y="132588"/>
                  </a:lnTo>
                  <a:lnTo>
                    <a:pt x="1589150" y="174244"/>
                  </a:lnTo>
                  <a:lnTo>
                    <a:pt x="1601596" y="219583"/>
                  </a:lnTo>
                  <a:lnTo>
                    <a:pt x="1605915" y="267716"/>
                  </a:lnTo>
                  <a:lnTo>
                    <a:pt x="1605915" y="3388106"/>
                  </a:lnTo>
                  <a:lnTo>
                    <a:pt x="1601596" y="3436239"/>
                  </a:lnTo>
                  <a:lnTo>
                    <a:pt x="1589150" y="3481578"/>
                  </a:lnTo>
                  <a:lnTo>
                    <a:pt x="1569339" y="3523234"/>
                  </a:lnTo>
                  <a:lnTo>
                    <a:pt x="1542922" y="3560572"/>
                  </a:lnTo>
                  <a:lnTo>
                    <a:pt x="1510665" y="3592830"/>
                  </a:lnTo>
                  <a:lnTo>
                    <a:pt x="1473327" y="3619119"/>
                  </a:lnTo>
                  <a:lnTo>
                    <a:pt x="1431544" y="3638931"/>
                  </a:lnTo>
                  <a:lnTo>
                    <a:pt x="1386332" y="3651377"/>
                  </a:lnTo>
                  <a:lnTo>
                    <a:pt x="1338198" y="3655695"/>
                  </a:lnTo>
                  <a:lnTo>
                    <a:pt x="267716" y="3655695"/>
                  </a:lnTo>
                  <a:lnTo>
                    <a:pt x="219582" y="3651377"/>
                  </a:lnTo>
                  <a:lnTo>
                    <a:pt x="174370" y="3638931"/>
                  </a:lnTo>
                  <a:lnTo>
                    <a:pt x="132587" y="3619119"/>
                  </a:lnTo>
                  <a:lnTo>
                    <a:pt x="95249" y="3592830"/>
                  </a:lnTo>
                  <a:lnTo>
                    <a:pt x="62992" y="3560572"/>
                  </a:lnTo>
                  <a:lnTo>
                    <a:pt x="36575" y="3523234"/>
                  </a:lnTo>
                  <a:lnTo>
                    <a:pt x="16763" y="3481578"/>
                  </a:lnTo>
                  <a:lnTo>
                    <a:pt x="4318" y="3436239"/>
                  </a:lnTo>
                  <a:lnTo>
                    <a:pt x="0" y="3388106"/>
                  </a:lnTo>
                  <a:lnTo>
                    <a:pt x="0" y="267716"/>
                  </a:lnTo>
                  <a:close/>
                </a:path>
              </a:pathLst>
            </a:custGeom>
            <a:ln w="12700">
              <a:solidFill>
                <a:srgbClr val="000000"/>
              </a:solidFill>
              <a:prstDash val="solid"/>
            </a:ln>
          </p:spPr>
          <p:txBody>
            <a:bodyPr wrap="square" lIns="0" tIns="0" rIns="0" bIns="0" rtlCol="0">
              <a:prstTxWarp prst="textNoShape">
                <a:avLst/>
              </a:prstTxWarp>
              <a:noAutofit/>
            </a:bodyPr>
            <a:lstStyle/>
            <a:p>
              <a:endParaRPr lang="en-IN" b="1"/>
            </a:p>
          </p:txBody>
        </p:sp>
        <p:sp>
          <p:nvSpPr>
            <p:cNvPr id="7" name="Graphic 30">
              <a:extLst>
                <a:ext uri="{FF2B5EF4-FFF2-40B4-BE49-F238E27FC236}">
                  <a16:creationId xmlns:a16="http://schemas.microsoft.com/office/drawing/2014/main" id="{07E6CBCB-EA6A-5BA8-CC94-D5688D8116C6}"/>
                </a:ext>
              </a:extLst>
            </p:cNvPr>
            <p:cNvSpPr/>
            <p:nvPr/>
          </p:nvSpPr>
          <p:spPr>
            <a:xfrm>
              <a:off x="2089150" y="180339"/>
              <a:ext cx="1474470" cy="3205480"/>
            </a:xfrm>
            <a:custGeom>
              <a:avLst/>
              <a:gdLst/>
              <a:ahLst/>
              <a:cxnLst/>
              <a:rect l="l" t="t" r="r" b="b"/>
              <a:pathLst>
                <a:path w="1474470" h="3205480">
                  <a:moveTo>
                    <a:pt x="1362697" y="0"/>
                  </a:moveTo>
                  <a:lnTo>
                    <a:pt x="135890" y="0"/>
                  </a:lnTo>
                  <a:lnTo>
                    <a:pt x="135890" y="682498"/>
                  </a:lnTo>
                  <a:lnTo>
                    <a:pt x="1362697" y="682498"/>
                  </a:lnTo>
                  <a:lnTo>
                    <a:pt x="1362697" y="0"/>
                  </a:lnTo>
                  <a:close/>
                </a:path>
                <a:path w="1474470" h="3205480">
                  <a:moveTo>
                    <a:pt x="1412875" y="1665973"/>
                  </a:moveTo>
                  <a:lnTo>
                    <a:pt x="77470" y="1665973"/>
                  </a:lnTo>
                  <a:lnTo>
                    <a:pt x="77470" y="2348484"/>
                  </a:lnTo>
                  <a:lnTo>
                    <a:pt x="1412875" y="2348484"/>
                  </a:lnTo>
                  <a:lnTo>
                    <a:pt x="1412875" y="1665973"/>
                  </a:lnTo>
                  <a:close/>
                </a:path>
                <a:path w="1474470" h="3205480">
                  <a:moveTo>
                    <a:pt x="1471295" y="2557907"/>
                  </a:moveTo>
                  <a:lnTo>
                    <a:pt x="13335" y="2557907"/>
                  </a:lnTo>
                  <a:lnTo>
                    <a:pt x="13335" y="3205480"/>
                  </a:lnTo>
                  <a:lnTo>
                    <a:pt x="1471295" y="3205480"/>
                  </a:lnTo>
                  <a:lnTo>
                    <a:pt x="1471295" y="2557907"/>
                  </a:lnTo>
                  <a:close/>
                </a:path>
                <a:path w="1474470" h="3205480">
                  <a:moveTo>
                    <a:pt x="1474470" y="854303"/>
                  </a:moveTo>
                  <a:lnTo>
                    <a:pt x="0" y="854303"/>
                  </a:lnTo>
                  <a:lnTo>
                    <a:pt x="0" y="1463802"/>
                  </a:lnTo>
                  <a:lnTo>
                    <a:pt x="1474470" y="1463802"/>
                  </a:lnTo>
                  <a:lnTo>
                    <a:pt x="1474470" y="854303"/>
                  </a:lnTo>
                  <a:close/>
                </a:path>
              </a:pathLst>
            </a:custGeom>
            <a:solidFill>
              <a:srgbClr val="FFFFFF"/>
            </a:solidFill>
          </p:spPr>
          <p:txBody>
            <a:bodyPr wrap="square" lIns="0" tIns="0" rIns="0" bIns="0" rtlCol="0">
              <a:prstTxWarp prst="textNoShape">
                <a:avLst/>
              </a:prstTxWarp>
              <a:noAutofit/>
            </a:bodyPr>
            <a:lstStyle/>
            <a:p>
              <a:endParaRPr lang="en-IN" b="1"/>
            </a:p>
          </p:txBody>
        </p:sp>
        <p:sp>
          <p:nvSpPr>
            <p:cNvPr id="8" name="Graphic 31">
              <a:extLst>
                <a:ext uri="{FF2B5EF4-FFF2-40B4-BE49-F238E27FC236}">
                  <a16:creationId xmlns:a16="http://schemas.microsoft.com/office/drawing/2014/main" id="{5677A0CD-F484-8493-2747-47A66D2FAB94}"/>
                </a:ext>
              </a:extLst>
            </p:cNvPr>
            <p:cNvSpPr/>
            <p:nvPr/>
          </p:nvSpPr>
          <p:spPr>
            <a:xfrm>
              <a:off x="6350" y="984503"/>
              <a:ext cx="5797550" cy="751840"/>
            </a:xfrm>
            <a:custGeom>
              <a:avLst/>
              <a:gdLst/>
              <a:ahLst/>
              <a:cxnLst/>
              <a:rect l="l" t="t" r="r" b="b"/>
              <a:pathLst>
                <a:path w="5797550" h="751840">
                  <a:moveTo>
                    <a:pt x="4753610" y="125222"/>
                  </a:moveTo>
                  <a:lnTo>
                    <a:pt x="4763516" y="76453"/>
                  </a:lnTo>
                  <a:lnTo>
                    <a:pt x="4790313" y="36702"/>
                  </a:lnTo>
                  <a:lnTo>
                    <a:pt x="4830191" y="9778"/>
                  </a:lnTo>
                  <a:lnTo>
                    <a:pt x="4878959" y="0"/>
                  </a:lnTo>
                  <a:lnTo>
                    <a:pt x="5672201" y="0"/>
                  </a:lnTo>
                  <a:lnTo>
                    <a:pt x="5720969" y="9778"/>
                  </a:lnTo>
                  <a:lnTo>
                    <a:pt x="5760847" y="36702"/>
                  </a:lnTo>
                  <a:lnTo>
                    <a:pt x="5787644" y="76453"/>
                  </a:lnTo>
                  <a:lnTo>
                    <a:pt x="5797550" y="125222"/>
                  </a:lnTo>
                  <a:lnTo>
                    <a:pt x="5797550" y="626490"/>
                  </a:lnTo>
                  <a:lnTo>
                    <a:pt x="5787644" y="675259"/>
                  </a:lnTo>
                  <a:lnTo>
                    <a:pt x="5760847" y="715010"/>
                  </a:lnTo>
                  <a:lnTo>
                    <a:pt x="5720969" y="741806"/>
                  </a:lnTo>
                  <a:lnTo>
                    <a:pt x="5672201" y="751713"/>
                  </a:lnTo>
                  <a:lnTo>
                    <a:pt x="4878959" y="751713"/>
                  </a:lnTo>
                  <a:lnTo>
                    <a:pt x="4830191" y="741806"/>
                  </a:lnTo>
                  <a:lnTo>
                    <a:pt x="4790313" y="715010"/>
                  </a:lnTo>
                  <a:lnTo>
                    <a:pt x="4763516" y="675259"/>
                  </a:lnTo>
                  <a:lnTo>
                    <a:pt x="4753610" y="626490"/>
                  </a:lnTo>
                  <a:lnTo>
                    <a:pt x="4753610" y="125222"/>
                  </a:lnTo>
                  <a:close/>
                </a:path>
                <a:path w="5797550" h="751840">
                  <a:moveTo>
                    <a:pt x="0" y="91566"/>
                  </a:moveTo>
                  <a:lnTo>
                    <a:pt x="7188" y="55879"/>
                  </a:lnTo>
                  <a:lnTo>
                    <a:pt x="26809" y="26797"/>
                  </a:lnTo>
                  <a:lnTo>
                    <a:pt x="55918" y="7112"/>
                  </a:lnTo>
                  <a:lnTo>
                    <a:pt x="91554" y="0"/>
                  </a:lnTo>
                  <a:lnTo>
                    <a:pt x="933957" y="0"/>
                  </a:lnTo>
                  <a:lnTo>
                    <a:pt x="969644" y="7112"/>
                  </a:lnTo>
                  <a:lnTo>
                    <a:pt x="998727" y="26797"/>
                  </a:lnTo>
                  <a:lnTo>
                    <a:pt x="1018286" y="55879"/>
                  </a:lnTo>
                  <a:lnTo>
                    <a:pt x="1025525" y="91566"/>
                  </a:lnTo>
                  <a:lnTo>
                    <a:pt x="1025525" y="457707"/>
                  </a:lnTo>
                  <a:lnTo>
                    <a:pt x="1018286" y="493267"/>
                  </a:lnTo>
                  <a:lnTo>
                    <a:pt x="998727" y="522350"/>
                  </a:lnTo>
                  <a:lnTo>
                    <a:pt x="969644" y="541909"/>
                  </a:lnTo>
                  <a:lnTo>
                    <a:pt x="933957" y="549148"/>
                  </a:lnTo>
                  <a:lnTo>
                    <a:pt x="91554" y="549148"/>
                  </a:lnTo>
                  <a:lnTo>
                    <a:pt x="55918" y="541909"/>
                  </a:lnTo>
                  <a:lnTo>
                    <a:pt x="26809" y="522350"/>
                  </a:lnTo>
                  <a:lnTo>
                    <a:pt x="7188" y="493267"/>
                  </a:lnTo>
                  <a:lnTo>
                    <a:pt x="0" y="457707"/>
                  </a:lnTo>
                  <a:lnTo>
                    <a:pt x="0" y="91566"/>
                  </a:lnTo>
                  <a:close/>
                </a:path>
              </a:pathLst>
            </a:custGeom>
            <a:ln w="12700">
              <a:solidFill>
                <a:srgbClr val="000000"/>
              </a:solidFill>
              <a:prstDash val="solid"/>
            </a:ln>
          </p:spPr>
          <p:txBody>
            <a:bodyPr wrap="square" lIns="0" tIns="0" rIns="0" bIns="0" rtlCol="0">
              <a:prstTxWarp prst="textNoShape">
                <a:avLst/>
              </a:prstTxWarp>
              <a:noAutofit/>
            </a:bodyPr>
            <a:lstStyle/>
            <a:p>
              <a:endParaRPr lang="en-IN" b="1"/>
            </a:p>
          </p:txBody>
        </p:sp>
        <p:sp>
          <p:nvSpPr>
            <p:cNvPr id="9" name="Graphic 32">
              <a:extLst>
                <a:ext uri="{FF2B5EF4-FFF2-40B4-BE49-F238E27FC236}">
                  <a16:creationId xmlns:a16="http://schemas.microsoft.com/office/drawing/2014/main" id="{2172595A-C9D2-8764-2248-9001EEDE0153}"/>
                </a:ext>
              </a:extLst>
            </p:cNvPr>
            <p:cNvSpPr/>
            <p:nvPr/>
          </p:nvSpPr>
          <p:spPr>
            <a:xfrm>
              <a:off x="1032510" y="1241805"/>
              <a:ext cx="1053465" cy="76200"/>
            </a:xfrm>
            <a:custGeom>
              <a:avLst/>
              <a:gdLst/>
              <a:ahLst/>
              <a:cxnLst/>
              <a:rect l="l" t="t" r="r" b="b"/>
              <a:pathLst>
                <a:path w="1053465" h="76200">
                  <a:moveTo>
                    <a:pt x="977264" y="0"/>
                  </a:moveTo>
                  <a:lnTo>
                    <a:pt x="977264" y="28575"/>
                  </a:lnTo>
                  <a:lnTo>
                    <a:pt x="0" y="28575"/>
                  </a:lnTo>
                  <a:lnTo>
                    <a:pt x="0" y="47625"/>
                  </a:lnTo>
                  <a:lnTo>
                    <a:pt x="977264" y="47625"/>
                  </a:lnTo>
                  <a:lnTo>
                    <a:pt x="977264" y="76200"/>
                  </a:lnTo>
                  <a:lnTo>
                    <a:pt x="1053464" y="38100"/>
                  </a:lnTo>
                  <a:lnTo>
                    <a:pt x="977264" y="0"/>
                  </a:lnTo>
                  <a:close/>
                </a:path>
              </a:pathLst>
            </a:custGeom>
            <a:solidFill>
              <a:srgbClr val="000000"/>
            </a:solidFill>
          </p:spPr>
          <p:txBody>
            <a:bodyPr wrap="square" lIns="0" tIns="0" rIns="0" bIns="0" rtlCol="0">
              <a:prstTxWarp prst="textNoShape">
                <a:avLst/>
              </a:prstTxWarp>
              <a:noAutofit/>
            </a:bodyPr>
            <a:lstStyle/>
            <a:p>
              <a:endParaRPr lang="en-IN" b="1"/>
            </a:p>
          </p:txBody>
        </p:sp>
        <p:pic>
          <p:nvPicPr>
            <p:cNvPr id="10" name="Image 33">
              <a:extLst>
                <a:ext uri="{FF2B5EF4-FFF2-40B4-BE49-F238E27FC236}">
                  <a16:creationId xmlns:a16="http://schemas.microsoft.com/office/drawing/2014/main" id="{0998C414-1900-C8D7-03BA-CF14BB4A223F}"/>
                </a:ext>
              </a:extLst>
            </p:cNvPr>
            <p:cNvPicPr/>
            <p:nvPr/>
          </p:nvPicPr>
          <p:blipFill>
            <a:blip r:embed="rId2" cstate="print"/>
            <a:stretch>
              <a:fillRect/>
            </a:stretch>
          </p:blipFill>
          <p:spPr>
            <a:xfrm>
              <a:off x="2731135" y="862863"/>
              <a:ext cx="76197" cy="173329"/>
            </a:xfrm>
            <a:prstGeom prst="rect">
              <a:avLst/>
            </a:prstGeom>
          </p:spPr>
        </p:pic>
        <p:pic>
          <p:nvPicPr>
            <p:cNvPr id="11" name="Image 34">
              <a:extLst>
                <a:ext uri="{FF2B5EF4-FFF2-40B4-BE49-F238E27FC236}">
                  <a16:creationId xmlns:a16="http://schemas.microsoft.com/office/drawing/2014/main" id="{90E1FD35-8A87-C7E7-0DD2-A2E6B9B451CF}"/>
                </a:ext>
              </a:extLst>
            </p:cNvPr>
            <p:cNvPicPr/>
            <p:nvPr/>
          </p:nvPicPr>
          <p:blipFill>
            <a:blip r:embed="rId3" cstate="print"/>
            <a:stretch>
              <a:fillRect/>
            </a:stretch>
          </p:blipFill>
          <p:spPr>
            <a:xfrm>
              <a:off x="2731770" y="1643672"/>
              <a:ext cx="76197" cy="202526"/>
            </a:xfrm>
            <a:prstGeom prst="rect">
              <a:avLst/>
            </a:prstGeom>
          </p:spPr>
        </p:pic>
        <p:pic>
          <p:nvPicPr>
            <p:cNvPr id="12" name="Image 35">
              <a:extLst>
                <a:ext uri="{FF2B5EF4-FFF2-40B4-BE49-F238E27FC236}">
                  <a16:creationId xmlns:a16="http://schemas.microsoft.com/office/drawing/2014/main" id="{F9A5805F-DC6E-B804-F569-41A4B1FEC971}"/>
                </a:ext>
              </a:extLst>
            </p:cNvPr>
            <p:cNvPicPr/>
            <p:nvPr/>
          </p:nvPicPr>
          <p:blipFill>
            <a:blip r:embed="rId4" cstate="print"/>
            <a:stretch>
              <a:fillRect/>
            </a:stretch>
          </p:blipFill>
          <p:spPr>
            <a:xfrm>
              <a:off x="2690495" y="2529370"/>
              <a:ext cx="76200" cy="208241"/>
            </a:xfrm>
            <a:prstGeom prst="rect">
              <a:avLst/>
            </a:prstGeom>
          </p:spPr>
        </p:pic>
        <p:sp>
          <p:nvSpPr>
            <p:cNvPr id="13" name="Graphic 36">
              <a:extLst>
                <a:ext uri="{FF2B5EF4-FFF2-40B4-BE49-F238E27FC236}">
                  <a16:creationId xmlns:a16="http://schemas.microsoft.com/office/drawing/2014/main" id="{1FFB1D98-3BBD-CEA3-AF41-149D70465424}"/>
                </a:ext>
              </a:extLst>
            </p:cNvPr>
            <p:cNvSpPr/>
            <p:nvPr/>
          </p:nvSpPr>
          <p:spPr>
            <a:xfrm>
              <a:off x="3560445" y="1282319"/>
              <a:ext cx="1198880" cy="76200"/>
            </a:xfrm>
            <a:custGeom>
              <a:avLst/>
              <a:gdLst/>
              <a:ahLst/>
              <a:cxnLst/>
              <a:rect l="l" t="t" r="r" b="b"/>
              <a:pathLst>
                <a:path w="1198880" h="76200">
                  <a:moveTo>
                    <a:pt x="1122679" y="0"/>
                  </a:moveTo>
                  <a:lnTo>
                    <a:pt x="1122679" y="28575"/>
                  </a:lnTo>
                  <a:lnTo>
                    <a:pt x="0" y="28575"/>
                  </a:lnTo>
                  <a:lnTo>
                    <a:pt x="0" y="47625"/>
                  </a:lnTo>
                  <a:lnTo>
                    <a:pt x="1122679" y="47625"/>
                  </a:lnTo>
                  <a:lnTo>
                    <a:pt x="1122679" y="76200"/>
                  </a:lnTo>
                  <a:lnTo>
                    <a:pt x="1198879" y="38100"/>
                  </a:lnTo>
                  <a:lnTo>
                    <a:pt x="1122679" y="0"/>
                  </a:lnTo>
                  <a:close/>
                </a:path>
              </a:pathLst>
            </a:custGeom>
            <a:solidFill>
              <a:srgbClr val="000000"/>
            </a:solidFill>
          </p:spPr>
          <p:txBody>
            <a:bodyPr wrap="square" lIns="0" tIns="0" rIns="0" bIns="0" rtlCol="0">
              <a:prstTxWarp prst="textNoShape">
                <a:avLst/>
              </a:prstTxWarp>
              <a:noAutofit/>
            </a:bodyPr>
            <a:lstStyle/>
            <a:p>
              <a:endParaRPr lang="en-IN" b="1"/>
            </a:p>
          </p:txBody>
        </p:sp>
        <p:sp>
          <p:nvSpPr>
            <p:cNvPr id="14" name="Textbox 37">
              <a:extLst>
                <a:ext uri="{FF2B5EF4-FFF2-40B4-BE49-F238E27FC236}">
                  <a16:creationId xmlns:a16="http://schemas.microsoft.com/office/drawing/2014/main" id="{F1099D7E-07AB-B007-97C8-865C9AF9708A}"/>
                </a:ext>
              </a:extLst>
            </p:cNvPr>
            <p:cNvSpPr txBox="1"/>
            <p:nvPr/>
          </p:nvSpPr>
          <p:spPr>
            <a:xfrm>
              <a:off x="289813" y="1084383"/>
              <a:ext cx="461009" cy="299085"/>
            </a:xfrm>
            <a:prstGeom prst="rect">
              <a:avLst/>
            </a:prstGeom>
          </p:spPr>
          <p:txBody>
            <a:bodyPr wrap="square" lIns="0" tIns="0" rIns="0" bIns="0" rtlCol="0">
              <a:noAutofit/>
            </a:bodyPr>
            <a:lstStyle/>
            <a:p>
              <a:pPr marR="11430" indent="7620">
                <a:lnSpc>
                  <a:spcPct val="108000"/>
                </a:lnSpc>
                <a:buNone/>
              </a:pPr>
              <a:r>
                <a:rPr lang="en-US" sz="1000" b="1" spc="-20">
                  <a:effectLst/>
                  <a:latin typeface="Times New Roman" panose="02020603050405020304" pitchFamily="18" charset="0"/>
                  <a:ea typeface="Times New Roman" panose="02020603050405020304" pitchFamily="18" charset="0"/>
                </a:rPr>
                <a:t>POWER </a:t>
              </a:r>
              <a:r>
                <a:rPr lang="en-US" sz="1000" b="1" spc="-45">
                  <a:effectLst/>
                  <a:latin typeface="Times New Roman" panose="02020603050405020304" pitchFamily="18" charset="0"/>
                  <a:ea typeface="Times New Roman" panose="02020603050405020304" pitchFamily="18" charset="0"/>
                </a:rPr>
                <a:t>SUPPLY</a:t>
              </a:r>
              <a:endParaRPr lang="en-IN" sz="1100" b="1">
                <a:effectLst/>
                <a:latin typeface="Times New Roman" panose="02020603050405020304" pitchFamily="18" charset="0"/>
                <a:ea typeface="Times New Roman" panose="02020603050405020304" pitchFamily="18" charset="0"/>
              </a:endParaRPr>
            </a:p>
          </p:txBody>
        </p:sp>
        <p:sp>
          <p:nvSpPr>
            <p:cNvPr id="15" name="Textbox 38">
              <a:extLst>
                <a:ext uri="{FF2B5EF4-FFF2-40B4-BE49-F238E27FC236}">
                  <a16:creationId xmlns:a16="http://schemas.microsoft.com/office/drawing/2014/main" id="{7672A05C-520D-D60D-1270-111100FD3C0B}"/>
                </a:ext>
              </a:extLst>
            </p:cNvPr>
            <p:cNvSpPr txBox="1"/>
            <p:nvPr/>
          </p:nvSpPr>
          <p:spPr>
            <a:xfrm>
              <a:off x="3855084" y="882311"/>
              <a:ext cx="718185" cy="274955"/>
            </a:xfrm>
            <a:prstGeom prst="rect">
              <a:avLst/>
            </a:prstGeom>
          </p:spPr>
          <p:txBody>
            <a:bodyPr wrap="square" lIns="0" tIns="0" rIns="0" bIns="0" rtlCol="0">
              <a:noAutofit/>
            </a:bodyPr>
            <a:lstStyle/>
            <a:p>
              <a:pPr marR="11430" indent="156845">
                <a:lnSpc>
                  <a:spcPct val="108000"/>
                </a:lnSpc>
                <a:buNone/>
              </a:pPr>
              <a:r>
                <a:rPr lang="en-US" sz="600" b="1" spc="-10">
                  <a:effectLst/>
                  <a:latin typeface="Times New Roman" panose="02020603050405020304" pitchFamily="18" charset="0"/>
                  <a:ea typeface="Times New Roman" panose="02020603050405020304" pitchFamily="18" charset="0"/>
                </a:rPr>
                <a:t>WIRELESS</a:t>
              </a:r>
              <a:r>
                <a:rPr lang="en-US" sz="600" b="1" spc="200">
                  <a:effectLst/>
                  <a:latin typeface="Times New Roman" panose="02020603050405020304" pitchFamily="18" charset="0"/>
                  <a:ea typeface="Times New Roman" panose="02020603050405020304" pitchFamily="18" charset="0"/>
                </a:rPr>
                <a:t> </a:t>
              </a:r>
              <a:r>
                <a:rPr lang="en-US" sz="600" b="1" spc="-10">
                  <a:effectLst/>
                  <a:latin typeface="Times New Roman" panose="02020603050405020304" pitchFamily="18" charset="0"/>
                  <a:ea typeface="Times New Roman" panose="02020603050405020304" pitchFamily="18" charset="0"/>
                </a:rPr>
                <a:t>COMMUNICATION</a:t>
              </a:r>
              <a:r>
                <a:rPr lang="en-US" sz="600" b="1" spc="200">
                  <a:effectLst/>
                  <a:latin typeface="Times New Roman" panose="02020603050405020304" pitchFamily="18" charset="0"/>
                  <a:ea typeface="Times New Roman" panose="02020603050405020304" pitchFamily="18" charset="0"/>
                </a:rPr>
                <a:t> </a:t>
              </a:r>
              <a:r>
                <a:rPr lang="en-US" sz="600" b="1" spc="-25">
                  <a:effectLst/>
                  <a:latin typeface="Times New Roman" panose="02020603050405020304" pitchFamily="18" charset="0"/>
                  <a:ea typeface="Times New Roman" panose="02020603050405020304" pitchFamily="18" charset="0"/>
                </a:rPr>
                <a:t>(WIFI/BLUETOOTH)</a:t>
              </a:r>
              <a:endParaRPr lang="en-IN" sz="1100" b="1">
                <a:effectLst/>
                <a:latin typeface="Times New Roman" panose="02020603050405020304" pitchFamily="18" charset="0"/>
                <a:ea typeface="Times New Roman" panose="02020603050405020304" pitchFamily="18" charset="0"/>
              </a:endParaRPr>
            </a:p>
          </p:txBody>
        </p:sp>
        <p:sp>
          <p:nvSpPr>
            <p:cNvPr id="16" name="Textbox 39">
              <a:extLst>
                <a:ext uri="{FF2B5EF4-FFF2-40B4-BE49-F238E27FC236}">
                  <a16:creationId xmlns:a16="http://schemas.microsoft.com/office/drawing/2014/main" id="{73032B76-2977-CBC4-6BA6-08BC7F790A5D}"/>
                </a:ext>
              </a:extLst>
            </p:cNvPr>
            <p:cNvSpPr txBox="1"/>
            <p:nvPr/>
          </p:nvSpPr>
          <p:spPr>
            <a:xfrm>
              <a:off x="4919217" y="1095051"/>
              <a:ext cx="748665" cy="544195"/>
            </a:xfrm>
            <a:prstGeom prst="rect">
              <a:avLst/>
            </a:prstGeom>
          </p:spPr>
          <p:txBody>
            <a:bodyPr wrap="square" lIns="0" tIns="0" rIns="0" bIns="0" rtlCol="0">
              <a:noAutofit/>
            </a:bodyPr>
            <a:lstStyle/>
            <a:p>
              <a:pPr marL="9525" marR="11430" algn="ctr">
                <a:lnSpc>
                  <a:spcPct val="105000"/>
                </a:lnSpc>
                <a:buNone/>
              </a:pPr>
              <a:r>
                <a:rPr lang="en-US" sz="1000" b="1" spc="-30">
                  <a:effectLst/>
                  <a:latin typeface="Times New Roman" panose="02020603050405020304" pitchFamily="18" charset="0"/>
                  <a:ea typeface="Times New Roman" panose="02020603050405020304" pitchFamily="18" charset="0"/>
                </a:rPr>
                <a:t>CONTROL </a:t>
              </a:r>
              <a:r>
                <a:rPr lang="en-US" sz="1000" b="1" spc="-10">
                  <a:effectLst/>
                  <a:latin typeface="Times New Roman" panose="02020603050405020304" pitchFamily="18" charset="0"/>
                  <a:ea typeface="Times New Roman" panose="02020603050405020304" pitchFamily="18" charset="0"/>
                </a:rPr>
                <a:t>STATION</a:t>
              </a:r>
              <a:endParaRPr lang="en-IN" sz="1100" b="1">
                <a:effectLst/>
                <a:latin typeface="Times New Roman" panose="02020603050405020304" pitchFamily="18" charset="0"/>
                <a:ea typeface="Times New Roman" panose="02020603050405020304" pitchFamily="18" charset="0"/>
              </a:endParaRPr>
            </a:p>
            <a:p>
              <a:pPr marR="11430" algn="ctr">
                <a:spcBef>
                  <a:spcPts val="720"/>
                </a:spcBef>
                <a:buNone/>
              </a:pPr>
              <a:r>
                <a:rPr lang="en-US" sz="1000" b="1" spc="-30">
                  <a:effectLst/>
                  <a:latin typeface="Times New Roman" panose="02020603050405020304" pitchFamily="18" charset="0"/>
                  <a:ea typeface="Times New Roman" panose="02020603050405020304" pitchFamily="18" charset="0"/>
                </a:rPr>
                <a:t>(PC/MOBILE)</a:t>
              </a:r>
              <a:endParaRPr lang="en-IN" sz="1100" b="1">
                <a:effectLst/>
                <a:latin typeface="Times New Roman" panose="02020603050405020304" pitchFamily="18" charset="0"/>
                <a:ea typeface="Times New Roman" panose="02020603050405020304" pitchFamily="18" charset="0"/>
              </a:endParaRPr>
            </a:p>
          </p:txBody>
        </p:sp>
        <p:sp>
          <p:nvSpPr>
            <p:cNvPr id="17" name="Textbox 40">
              <a:extLst>
                <a:ext uri="{FF2B5EF4-FFF2-40B4-BE49-F238E27FC236}">
                  <a16:creationId xmlns:a16="http://schemas.microsoft.com/office/drawing/2014/main" id="{AF47F908-7DB0-127D-F0A7-AD3992E960AD}"/>
                </a:ext>
              </a:extLst>
            </p:cNvPr>
            <p:cNvSpPr txBox="1"/>
            <p:nvPr/>
          </p:nvSpPr>
          <p:spPr>
            <a:xfrm>
              <a:off x="2102485" y="2738247"/>
              <a:ext cx="1457960" cy="647700"/>
            </a:xfrm>
            <a:prstGeom prst="rect">
              <a:avLst/>
            </a:prstGeom>
            <a:ln w="12700">
              <a:solidFill>
                <a:srgbClr val="000000"/>
              </a:solidFill>
              <a:prstDash val="solid"/>
            </a:ln>
          </p:spPr>
          <p:txBody>
            <a:bodyPr wrap="square" lIns="0" tIns="0" rIns="0" bIns="0" rtlCol="0">
              <a:noAutofit/>
            </a:bodyPr>
            <a:lstStyle/>
            <a:p>
              <a:pPr marL="37465" marR="36830" algn="ctr">
                <a:spcBef>
                  <a:spcPts val="490"/>
                </a:spcBef>
                <a:buNone/>
              </a:pPr>
              <a:r>
                <a:rPr lang="en-US" sz="1000" b="1" spc="-10">
                  <a:effectLst/>
                  <a:latin typeface="Times New Roman" panose="02020603050405020304" pitchFamily="18" charset="0"/>
                  <a:ea typeface="Times New Roman" panose="02020603050405020304" pitchFamily="18" charset="0"/>
                </a:rPr>
                <a:t>DC</a:t>
              </a:r>
              <a:r>
                <a:rPr lang="en-US" sz="1000" b="1" spc="-50">
                  <a:effectLst/>
                  <a:latin typeface="Times New Roman" panose="02020603050405020304" pitchFamily="18" charset="0"/>
                  <a:ea typeface="Times New Roman" panose="02020603050405020304" pitchFamily="18" charset="0"/>
                </a:rPr>
                <a:t> </a:t>
              </a:r>
              <a:r>
                <a:rPr lang="en-US" sz="1000" b="1" spc="-10">
                  <a:effectLst/>
                  <a:latin typeface="Times New Roman" panose="02020603050405020304" pitchFamily="18" charset="0"/>
                  <a:ea typeface="Times New Roman" panose="02020603050405020304" pitchFamily="18" charset="0"/>
                </a:rPr>
                <a:t>MOTORS</a:t>
              </a:r>
              <a:endParaRPr lang="en-IN" sz="1100" b="1">
                <a:effectLst/>
                <a:latin typeface="Times New Roman" panose="02020603050405020304" pitchFamily="18" charset="0"/>
                <a:ea typeface="Times New Roman" panose="02020603050405020304" pitchFamily="18" charset="0"/>
              </a:endParaRPr>
            </a:p>
            <a:p>
              <a:pPr marL="635" marR="37465" algn="ctr">
                <a:spcBef>
                  <a:spcPts val="890"/>
                </a:spcBef>
                <a:buNone/>
              </a:pPr>
              <a:r>
                <a:rPr lang="en-US" sz="1000" b="1" spc="-10">
                  <a:effectLst/>
                  <a:latin typeface="Times New Roman" panose="02020603050405020304" pitchFamily="18" charset="0"/>
                  <a:ea typeface="Times New Roman" panose="02020603050405020304" pitchFamily="18" charset="0"/>
                </a:rPr>
                <a:t>(Wheels</a:t>
              </a:r>
              <a:r>
                <a:rPr lang="en-US" sz="1000" b="1" spc="-35">
                  <a:effectLst/>
                  <a:latin typeface="Times New Roman" panose="02020603050405020304" pitchFamily="18" charset="0"/>
                  <a:ea typeface="Times New Roman" panose="02020603050405020304" pitchFamily="18" charset="0"/>
                </a:rPr>
                <a:t> </a:t>
              </a:r>
              <a:r>
                <a:rPr lang="en-US" sz="1000" b="1" spc="-10">
                  <a:effectLst/>
                  <a:latin typeface="Times New Roman" panose="02020603050405020304" pitchFamily="18" charset="0"/>
                  <a:ea typeface="Times New Roman" panose="02020603050405020304" pitchFamily="18" charset="0"/>
                </a:rPr>
                <a:t>for</a:t>
              </a:r>
              <a:r>
                <a:rPr lang="en-US" sz="1000" b="1">
                  <a:effectLst/>
                  <a:latin typeface="Times New Roman" panose="02020603050405020304" pitchFamily="18" charset="0"/>
                  <a:ea typeface="Times New Roman" panose="02020603050405020304" pitchFamily="18" charset="0"/>
                </a:rPr>
                <a:t> </a:t>
              </a:r>
              <a:r>
                <a:rPr lang="en-US" sz="1000" b="1" spc="-10">
                  <a:effectLst/>
                  <a:latin typeface="Times New Roman" panose="02020603050405020304" pitchFamily="18" charset="0"/>
                  <a:ea typeface="Times New Roman" panose="02020603050405020304" pitchFamily="18" charset="0"/>
                </a:rPr>
                <a:t>movement)</a:t>
              </a:r>
              <a:endParaRPr lang="en-IN" sz="1100" b="1">
                <a:effectLst/>
                <a:latin typeface="Times New Roman" panose="02020603050405020304" pitchFamily="18" charset="0"/>
                <a:ea typeface="Times New Roman" panose="02020603050405020304" pitchFamily="18" charset="0"/>
              </a:endParaRPr>
            </a:p>
          </p:txBody>
        </p:sp>
        <p:sp>
          <p:nvSpPr>
            <p:cNvPr id="18" name="Textbox 41">
              <a:extLst>
                <a:ext uri="{FF2B5EF4-FFF2-40B4-BE49-F238E27FC236}">
                  <a16:creationId xmlns:a16="http://schemas.microsoft.com/office/drawing/2014/main" id="{720B45DA-666F-B82F-D1A3-9D842597166E}"/>
                </a:ext>
              </a:extLst>
            </p:cNvPr>
            <p:cNvSpPr txBox="1"/>
            <p:nvPr/>
          </p:nvSpPr>
          <p:spPr>
            <a:xfrm>
              <a:off x="2166620" y="1846326"/>
              <a:ext cx="1335405" cy="682625"/>
            </a:xfrm>
            <a:prstGeom prst="rect">
              <a:avLst/>
            </a:prstGeom>
            <a:ln w="12700">
              <a:solidFill>
                <a:srgbClr val="000000"/>
              </a:solidFill>
              <a:prstDash val="solid"/>
            </a:ln>
          </p:spPr>
          <p:txBody>
            <a:bodyPr wrap="square" lIns="0" tIns="0" rIns="0" bIns="0" rtlCol="0">
              <a:noAutofit/>
            </a:bodyPr>
            <a:lstStyle/>
            <a:p>
              <a:pPr marL="9525" algn="ctr">
                <a:spcBef>
                  <a:spcPts val="370"/>
                </a:spcBef>
                <a:buNone/>
              </a:pPr>
              <a:r>
                <a:rPr lang="en-US" sz="1000" b="1" spc="-20">
                  <a:effectLst/>
                  <a:latin typeface="Times New Roman" panose="02020603050405020304" pitchFamily="18" charset="0"/>
                  <a:ea typeface="Times New Roman" panose="02020603050405020304" pitchFamily="18" charset="0"/>
                </a:rPr>
                <a:t>MOTOR</a:t>
              </a:r>
              <a:r>
                <a:rPr lang="en-US" sz="1000" b="1" spc="-65">
                  <a:effectLst/>
                  <a:latin typeface="Times New Roman" panose="02020603050405020304" pitchFamily="18" charset="0"/>
                  <a:ea typeface="Times New Roman" panose="02020603050405020304" pitchFamily="18" charset="0"/>
                </a:rPr>
                <a:t> </a:t>
              </a:r>
              <a:r>
                <a:rPr lang="en-US" sz="1000" b="1" spc="-10">
                  <a:effectLst/>
                  <a:latin typeface="Times New Roman" panose="02020603050405020304" pitchFamily="18" charset="0"/>
                  <a:ea typeface="Times New Roman" panose="02020603050405020304" pitchFamily="18" charset="0"/>
                </a:rPr>
                <a:t>DRIVER</a:t>
              </a:r>
              <a:endParaRPr lang="en-IN" sz="1100" b="1">
                <a:effectLst/>
                <a:latin typeface="Times New Roman" panose="02020603050405020304" pitchFamily="18" charset="0"/>
                <a:ea typeface="Times New Roman" panose="02020603050405020304" pitchFamily="18" charset="0"/>
              </a:endParaRPr>
            </a:p>
            <a:p>
              <a:pPr marL="9525" algn="ctr">
                <a:spcBef>
                  <a:spcPts val="5"/>
                </a:spcBef>
                <a:buNone/>
              </a:pPr>
              <a:r>
                <a:rPr lang="en-US" sz="1000" b="1" spc="-10">
                  <a:effectLst/>
                  <a:latin typeface="Times New Roman" panose="02020603050405020304" pitchFamily="18" charset="0"/>
                  <a:ea typeface="Times New Roman" panose="02020603050405020304" pitchFamily="18" charset="0"/>
                </a:rPr>
                <a:t>MODULE</a:t>
              </a:r>
              <a:endParaRPr lang="en-IN" sz="1100" b="1">
                <a:effectLst/>
                <a:latin typeface="Times New Roman" panose="02020603050405020304" pitchFamily="18" charset="0"/>
                <a:ea typeface="Times New Roman" panose="02020603050405020304" pitchFamily="18" charset="0"/>
              </a:endParaRPr>
            </a:p>
            <a:p>
              <a:pPr marL="9525" marR="3175" algn="ctr">
                <a:spcBef>
                  <a:spcPts val="805"/>
                </a:spcBef>
                <a:buNone/>
              </a:pPr>
              <a:r>
                <a:rPr lang="en-US" sz="1000" b="1" spc="-10">
                  <a:effectLst/>
                  <a:latin typeface="Times New Roman" panose="02020603050405020304" pitchFamily="18" charset="0"/>
                  <a:ea typeface="Times New Roman" panose="02020603050405020304" pitchFamily="18" charset="0"/>
                </a:rPr>
                <a:t>(L298N)</a:t>
              </a:r>
              <a:endParaRPr lang="en-IN" sz="1100" b="1">
                <a:effectLst/>
                <a:latin typeface="Times New Roman" panose="02020603050405020304" pitchFamily="18" charset="0"/>
                <a:ea typeface="Times New Roman" panose="02020603050405020304" pitchFamily="18" charset="0"/>
              </a:endParaRPr>
            </a:p>
          </p:txBody>
        </p:sp>
        <p:sp>
          <p:nvSpPr>
            <p:cNvPr id="19" name="Textbox 42">
              <a:extLst>
                <a:ext uri="{FF2B5EF4-FFF2-40B4-BE49-F238E27FC236}">
                  <a16:creationId xmlns:a16="http://schemas.microsoft.com/office/drawing/2014/main" id="{E9A6601E-1EAD-F162-DAE1-BA2119813203}"/>
                </a:ext>
              </a:extLst>
            </p:cNvPr>
            <p:cNvSpPr txBox="1"/>
            <p:nvPr/>
          </p:nvSpPr>
          <p:spPr>
            <a:xfrm>
              <a:off x="2089150" y="1034669"/>
              <a:ext cx="1474470" cy="609600"/>
            </a:xfrm>
            <a:prstGeom prst="rect">
              <a:avLst/>
            </a:prstGeom>
            <a:ln w="12700">
              <a:solidFill>
                <a:srgbClr val="000000"/>
              </a:solidFill>
              <a:prstDash val="solid"/>
            </a:ln>
          </p:spPr>
          <p:txBody>
            <a:bodyPr wrap="square" lIns="0" tIns="0" rIns="0" bIns="0" rtlCol="0">
              <a:noAutofit/>
            </a:bodyPr>
            <a:lstStyle/>
            <a:p>
              <a:pPr marL="515620" marR="137795" indent="-413385">
                <a:lnSpc>
                  <a:spcPct val="175000"/>
                </a:lnSpc>
                <a:spcBef>
                  <a:spcPts val="390"/>
                </a:spcBef>
                <a:buNone/>
              </a:pPr>
              <a:r>
                <a:rPr lang="en-US" sz="1000" b="1" spc="-30" dirty="0">
                  <a:effectLst/>
                  <a:latin typeface="Times New Roman" panose="02020603050405020304" pitchFamily="18" charset="0"/>
                  <a:ea typeface="Times New Roman" panose="02020603050405020304" pitchFamily="18" charset="0"/>
                </a:rPr>
                <a:t>MICROCONTROLLER </a:t>
              </a:r>
              <a:r>
                <a:rPr lang="en-US" sz="1000" b="1" spc="-10" dirty="0">
                  <a:effectLst/>
                  <a:latin typeface="Times New Roman" panose="02020603050405020304" pitchFamily="18" charset="0"/>
                  <a:ea typeface="Times New Roman" panose="02020603050405020304" pitchFamily="18" charset="0"/>
                </a:rPr>
                <a:t>(ESP32)</a:t>
              </a:r>
              <a:endParaRPr lang="en-IN" sz="1100" b="1" dirty="0">
                <a:effectLst/>
                <a:latin typeface="Times New Roman" panose="02020603050405020304" pitchFamily="18" charset="0"/>
                <a:ea typeface="Times New Roman" panose="02020603050405020304" pitchFamily="18" charset="0"/>
              </a:endParaRPr>
            </a:p>
          </p:txBody>
        </p:sp>
        <p:sp>
          <p:nvSpPr>
            <p:cNvPr id="20" name="Textbox 43">
              <a:extLst>
                <a:ext uri="{FF2B5EF4-FFF2-40B4-BE49-F238E27FC236}">
                  <a16:creationId xmlns:a16="http://schemas.microsoft.com/office/drawing/2014/main" id="{E298DB6C-B071-128B-84C2-5D7BF3A17D40}"/>
                </a:ext>
              </a:extLst>
            </p:cNvPr>
            <p:cNvSpPr txBox="1"/>
            <p:nvPr/>
          </p:nvSpPr>
          <p:spPr>
            <a:xfrm>
              <a:off x="2225039" y="180339"/>
              <a:ext cx="1226820" cy="682625"/>
            </a:xfrm>
            <a:prstGeom prst="rect">
              <a:avLst/>
            </a:prstGeom>
            <a:ln w="12700">
              <a:solidFill>
                <a:srgbClr val="000000"/>
              </a:solidFill>
              <a:prstDash val="solid"/>
            </a:ln>
          </p:spPr>
          <p:txBody>
            <a:bodyPr wrap="square" lIns="0" tIns="0" rIns="0" bIns="0" rtlCol="0">
              <a:noAutofit/>
            </a:bodyPr>
            <a:lstStyle/>
            <a:p>
              <a:pPr marL="15875" algn="ctr">
                <a:spcBef>
                  <a:spcPts val="385"/>
                </a:spcBef>
                <a:buNone/>
              </a:pPr>
              <a:r>
                <a:rPr lang="en-US" sz="1000" b="1" spc="-40">
                  <a:effectLst/>
                  <a:latin typeface="Times New Roman" panose="02020603050405020304" pitchFamily="18" charset="0"/>
                  <a:ea typeface="Times New Roman" panose="02020603050405020304" pitchFamily="18" charset="0"/>
                </a:rPr>
                <a:t>ULTRASONIC </a:t>
              </a:r>
              <a:r>
                <a:rPr lang="en-US" sz="1000" b="1" spc="-10">
                  <a:effectLst/>
                  <a:latin typeface="Times New Roman" panose="02020603050405020304" pitchFamily="18" charset="0"/>
                  <a:ea typeface="Times New Roman" panose="02020603050405020304" pitchFamily="18" charset="0"/>
                </a:rPr>
                <a:t>SENSOR</a:t>
              </a:r>
              <a:endParaRPr lang="en-IN" sz="1100" b="1">
                <a:effectLst/>
                <a:latin typeface="Times New Roman" panose="02020603050405020304" pitchFamily="18" charset="0"/>
                <a:ea typeface="Times New Roman" panose="02020603050405020304" pitchFamily="18" charset="0"/>
              </a:endParaRPr>
            </a:p>
            <a:p>
              <a:pPr marL="15875" marR="15875" algn="ctr">
                <a:spcBef>
                  <a:spcPts val="785"/>
                </a:spcBef>
                <a:buNone/>
              </a:pPr>
              <a:r>
                <a:rPr lang="en-US" sz="1000" b="1" spc="-10">
                  <a:effectLst/>
                  <a:latin typeface="Times New Roman" panose="02020603050405020304" pitchFamily="18" charset="0"/>
                  <a:ea typeface="Times New Roman" panose="02020603050405020304" pitchFamily="18" charset="0"/>
                </a:rPr>
                <a:t>(Obstacle</a:t>
              </a:r>
              <a:r>
                <a:rPr lang="en-US" sz="1000" b="1" spc="-30">
                  <a:effectLst/>
                  <a:latin typeface="Times New Roman" panose="02020603050405020304" pitchFamily="18" charset="0"/>
                  <a:ea typeface="Times New Roman" panose="02020603050405020304" pitchFamily="18" charset="0"/>
                </a:rPr>
                <a:t> </a:t>
              </a:r>
              <a:r>
                <a:rPr lang="en-US" sz="1000" b="1" spc="-10">
                  <a:effectLst/>
                  <a:latin typeface="Times New Roman" panose="02020603050405020304" pitchFamily="18" charset="0"/>
                  <a:ea typeface="Times New Roman" panose="02020603050405020304" pitchFamily="18" charset="0"/>
                </a:rPr>
                <a:t>detection)</a:t>
              </a:r>
              <a:endParaRPr lang="en-IN" sz="1100" b="1">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3383561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A30195-F532-9F3D-EA49-CC7D4030DDB8}"/>
              </a:ext>
            </a:extLst>
          </p:cNvPr>
          <p:cNvSpPr>
            <a:spLocks noGrp="1"/>
          </p:cNvSpPr>
          <p:nvPr>
            <p:ph idx="1"/>
          </p:nvPr>
        </p:nvSpPr>
        <p:spPr>
          <a:xfrm>
            <a:off x="838200" y="836023"/>
            <a:ext cx="10515600" cy="5016137"/>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1.Power Supply</a:t>
            </a:r>
          </a:p>
          <a:p>
            <a:r>
              <a:rPr lang="en-IN" dirty="0">
                <a:latin typeface="Times New Roman" panose="02020603050405020304" pitchFamily="18" charset="0"/>
                <a:cs typeface="Times New Roman" panose="02020603050405020304" pitchFamily="18" charset="0"/>
              </a:rPr>
              <a:t>Can be a battery or adapter</a:t>
            </a:r>
          </a:p>
          <a:p>
            <a:r>
              <a:rPr lang="en-IN" dirty="0">
                <a:latin typeface="Times New Roman" panose="02020603050405020304" pitchFamily="18" charset="0"/>
                <a:cs typeface="Times New Roman" panose="02020603050405020304" pitchFamily="18" charset="0"/>
              </a:rPr>
              <a:t>Provides stable voltage to avoid damage</a:t>
            </a:r>
          </a:p>
          <a:p>
            <a:pPr marL="0" indent="0">
              <a:buNone/>
            </a:pPr>
            <a:r>
              <a:rPr lang="en-IN" b="1" dirty="0">
                <a:latin typeface="Times New Roman" panose="02020603050405020304" pitchFamily="18" charset="0"/>
                <a:cs typeface="Times New Roman" panose="02020603050405020304" pitchFamily="18" charset="0"/>
              </a:rPr>
              <a:t>2.Ultrasonic Sensor</a:t>
            </a:r>
          </a:p>
          <a:p>
            <a:r>
              <a:rPr lang="en-IN" dirty="0">
                <a:latin typeface="Times New Roman" panose="02020603050405020304" pitchFamily="18" charset="0"/>
                <a:cs typeface="Times New Roman" panose="02020603050405020304" pitchFamily="18" charset="0"/>
              </a:rPr>
              <a:t>Helps in collision avoidance</a:t>
            </a:r>
          </a:p>
          <a:p>
            <a:r>
              <a:rPr lang="en-IN" dirty="0">
                <a:latin typeface="Times New Roman" panose="02020603050405020304" pitchFamily="18" charset="0"/>
                <a:cs typeface="Times New Roman" panose="02020603050405020304" pitchFamily="18" charset="0"/>
              </a:rPr>
              <a:t>Improves safety during movement.</a:t>
            </a:r>
          </a:p>
          <a:p>
            <a:pPr marL="0" indent="0">
              <a:buNone/>
            </a:pPr>
            <a:r>
              <a:rPr lang="en-IN" b="1" dirty="0">
                <a:latin typeface="Times New Roman" panose="02020603050405020304" pitchFamily="18" charset="0"/>
                <a:cs typeface="Times New Roman" panose="02020603050405020304" pitchFamily="18" charset="0"/>
              </a:rPr>
              <a:t>3.Microcontroller (ESP32)</a:t>
            </a:r>
          </a:p>
          <a:p>
            <a:r>
              <a:rPr lang="en-IN" dirty="0">
                <a:latin typeface="Times New Roman" panose="02020603050405020304" pitchFamily="18" charset="0"/>
                <a:cs typeface="Times New Roman" panose="02020603050405020304" pitchFamily="18" charset="0"/>
              </a:rPr>
              <a:t>Has built-in Wi-Fi and Bluetooth</a:t>
            </a:r>
          </a:p>
          <a:p>
            <a:r>
              <a:rPr lang="en-IN" dirty="0">
                <a:latin typeface="Times New Roman" panose="02020603050405020304" pitchFamily="18" charset="0"/>
                <a:cs typeface="Times New Roman" panose="02020603050405020304" pitchFamily="18" charset="0"/>
              </a:rPr>
              <a:t>Fast processing and low power consumption</a:t>
            </a:r>
          </a:p>
        </p:txBody>
      </p:sp>
    </p:spTree>
    <p:extLst>
      <p:ext uri="{BB962C8B-B14F-4D97-AF65-F5344CB8AC3E}">
        <p14:creationId xmlns:p14="http://schemas.microsoft.com/office/powerpoint/2010/main" val="240195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FF6ECB-3D13-C0AB-2026-CD803B1CD8F6}"/>
              </a:ext>
            </a:extLst>
          </p:cNvPr>
          <p:cNvSpPr>
            <a:spLocks noGrp="1"/>
          </p:cNvSpPr>
          <p:nvPr>
            <p:ph idx="1"/>
          </p:nvPr>
        </p:nvSpPr>
        <p:spPr>
          <a:xfrm>
            <a:off x="838200" y="1001486"/>
            <a:ext cx="10515600" cy="4833257"/>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4.Wireless Communication</a:t>
            </a:r>
          </a:p>
          <a:p>
            <a:r>
              <a:rPr lang="en-US" dirty="0">
                <a:latin typeface="Times New Roman" panose="02020603050405020304" pitchFamily="18" charset="0"/>
                <a:cs typeface="Times New Roman" panose="02020603050405020304" pitchFamily="18" charset="0"/>
              </a:rPr>
              <a:t>Works over a long distance</a:t>
            </a:r>
          </a:p>
          <a:p>
            <a:r>
              <a:rPr lang="en-US" dirty="0">
                <a:latin typeface="Times New Roman" panose="02020603050405020304" pitchFamily="18" charset="0"/>
                <a:cs typeface="Times New Roman" panose="02020603050405020304" pitchFamily="18" charset="0"/>
              </a:rPr>
              <a:t>Enables real-time control and monitoring</a:t>
            </a: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5.Control Station (PC/Mobile)</a:t>
            </a:r>
          </a:p>
          <a:p>
            <a:r>
              <a:rPr lang="en-IN" dirty="0">
                <a:latin typeface="Times New Roman" panose="02020603050405020304" pitchFamily="18" charset="0"/>
                <a:cs typeface="Times New Roman" panose="02020603050405020304" pitchFamily="18" charset="0"/>
              </a:rPr>
              <a:t>User-friendly interface for easy operation</a:t>
            </a:r>
          </a:p>
          <a:p>
            <a:r>
              <a:rPr lang="en-IN" dirty="0">
                <a:latin typeface="Times New Roman" panose="02020603050405020304" pitchFamily="18" charset="0"/>
                <a:cs typeface="Times New Roman" panose="02020603050405020304" pitchFamily="18" charset="0"/>
              </a:rPr>
              <a:t>Can be used from a safe remote location</a:t>
            </a:r>
          </a:p>
          <a:p>
            <a:pPr marL="0" indent="0">
              <a:buNone/>
            </a:pPr>
            <a:r>
              <a:rPr lang="en-IN" b="1" dirty="0">
                <a:latin typeface="Times New Roman" panose="02020603050405020304" pitchFamily="18" charset="0"/>
                <a:cs typeface="Times New Roman" panose="02020603050405020304" pitchFamily="18" charset="0"/>
              </a:rPr>
              <a:t>6.Motor Driver Module (L298N)</a:t>
            </a:r>
          </a:p>
          <a:p>
            <a:r>
              <a:rPr lang="en-IN" dirty="0">
                <a:latin typeface="Times New Roman" panose="02020603050405020304" pitchFamily="18" charset="0"/>
                <a:cs typeface="Times New Roman" panose="02020603050405020304" pitchFamily="18" charset="0"/>
              </a:rPr>
              <a:t>Protects microcontroller from high current</a:t>
            </a:r>
          </a:p>
          <a:p>
            <a:r>
              <a:rPr lang="en-IN" dirty="0">
                <a:latin typeface="Times New Roman" panose="02020603050405020304" pitchFamily="18" charset="0"/>
                <a:cs typeface="Times New Roman" panose="02020603050405020304" pitchFamily="18" charset="0"/>
              </a:rPr>
              <a:t>Allows control of multiple motors</a:t>
            </a:r>
          </a:p>
        </p:txBody>
      </p:sp>
    </p:spTree>
    <p:extLst>
      <p:ext uri="{BB962C8B-B14F-4D97-AF65-F5344CB8AC3E}">
        <p14:creationId xmlns:p14="http://schemas.microsoft.com/office/powerpoint/2010/main" val="265247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4D56FB-0D3C-18FA-1BED-93B063A22755}"/>
              </a:ext>
            </a:extLst>
          </p:cNvPr>
          <p:cNvSpPr>
            <a:spLocks noGrp="1"/>
          </p:cNvSpPr>
          <p:nvPr>
            <p:ph idx="1"/>
          </p:nvPr>
        </p:nvSpPr>
        <p:spPr>
          <a:xfrm>
            <a:off x="838200" y="888273"/>
            <a:ext cx="10515600" cy="5288689"/>
          </a:xfrm>
        </p:spPr>
        <p:txBody>
          <a:bodyPr/>
          <a:lstStyle/>
          <a:p>
            <a:pPr marL="0" indent="0">
              <a:buNone/>
            </a:pPr>
            <a:r>
              <a:rPr lang="en-IN" b="1" dirty="0">
                <a:latin typeface="Times New Roman" panose="02020603050405020304" pitchFamily="18" charset="0"/>
                <a:cs typeface="Times New Roman" panose="02020603050405020304" pitchFamily="18" charset="0"/>
              </a:rPr>
              <a:t>7.DC Motors</a:t>
            </a:r>
          </a:p>
          <a:p>
            <a:r>
              <a:rPr lang="en-IN" dirty="0">
                <a:latin typeface="Times New Roman" panose="02020603050405020304" pitchFamily="18" charset="0"/>
                <a:cs typeface="Times New Roman" panose="02020603050405020304" pitchFamily="18" charset="0"/>
              </a:rPr>
              <a:t>Provide required speed and torque</a:t>
            </a:r>
          </a:p>
          <a:p>
            <a:r>
              <a:rPr lang="en-IN" dirty="0">
                <a:latin typeface="Times New Roman" panose="02020603050405020304" pitchFamily="18" charset="0"/>
                <a:cs typeface="Times New Roman" panose="02020603050405020304" pitchFamily="18" charset="0"/>
              </a:rPr>
              <a:t>Ensure smooth and flexible movement</a:t>
            </a:r>
          </a:p>
          <a:p>
            <a:pPr marL="0" indent="0">
              <a:buNone/>
            </a:pPr>
            <a:r>
              <a:rPr lang="en-US" b="1" dirty="0">
                <a:latin typeface="Times New Roman" panose="02020603050405020304" pitchFamily="18" charset="0"/>
                <a:cs typeface="Times New Roman" panose="02020603050405020304" pitchFamily="18" charset="0"/>
              </a:rPr>
              <a:t>8.Night Vision Camera</a:t>
            </a:r>
          </a:p>
          <a:p>
            <a:r>
              <a:rPr lang="en-US" dirty="0">
                <a:latin typeface="Times New Roman" panose="02020603050405020304" pitchFamily="18" charset="0"/>
                <a:cs typeface="Times New Roman" panose="02020603050405020304" pitchFamily="18" charset="0"/>
              </a:rPr>
              <a:t>Captures video in low light or darkness</a:t>
            </a:r>
          </a:p>
          <a:p>
            <a:r>
              <a:rPr lang="en-US" dirty="0">
                <a:latin typeface="Times New Roman" panose="02020603050405020304" pitchFamily="18" charset="0"/>
                <a:cs typeface="Times New Roman" panose="02020603050405020304" pitchFamily="18" charset="0"/>
              </a:rPr>
              <a:t>Sends live video feed to the user</a:t>
            </a:r>
          </a:p>
          <a:p>
            <a:r>
              <a:rPr lang="en-US" dirty="0">
                <a:latin typeface="Times New Roman" panose="02020603050405020304" pitchFamily="18" charset="0"/>
                <a:cs typeface="Times New Roman" panose="02020603050405020304" pitchFamily="18" charset="0"/>
              </a:rPr>
              <a:t>Useful for night surveillance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645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60CF-66D2-B865-8220-442F72F08A80}"/>
              </a:ext>
            </a:extLst>
          </p:cNvPr>
          <p:cNvSpPr>
            <a:spLocks noGrp="1"/>
          </p:cNvSpPr>
          <p:nvPr>
            <p:ph type="title"/>
          </p:nvPr>
        </p:nvSpPr>
        <p:spPr>
          <a:xfrm>
            <a:off x="1221377" y="75527"/>
            <a:ext cx="10515600" cy="1325563"/>
          </a:xfrm>
        </p:spPr>
        <p:txBody>
          <a:bodyPr/>
          <a:lstStyle/>
          <a:p>
            <a:r>
              <a:rPr lang="en-US" b="1" dirty="0">
                <a:latin typeface="Times New Roman" panose="02020603050405020304" pitchFamily="18" charset="0"/>
                <a:cs typeface="Times New Roman" panose="02020603050405020304" pitchFamily="18" charset="0"/>
              </a:rPr>
              <a:t>Output</a:t>
            </a:r>
            <a:endParaRPr lang="en-IN" dirty="0"/>
          </a:p>
        </p:txBody>
      </p:sp>
      <p:pic>
        <p:nvPicPr>
          <p:cNvPr id="4" name="Image 57">
            <a:extLst>
              <a:ext uri="{FF2B5EF4-FFF2-40B4-BE49-F238E27FC236}">
                <a16:creationId xmlns:a16="http://schemas.microsoft.com/office/drawing/2014/main" id="{FB239D14-281F-76EC-DFFF-3D3CC85CF759}"/>
              </a:ext>
            </a:extLst>
          </p:cNvPr>
          <p:cNvPicPr>
            <a:picLocks noGrp="1"/>
          </p:cNvPicPr>
          <p:nvPr>
            <p:ph idx="1"/>
          </p:nvPr>
        </p:nvPicPr>
        <p:blipFill>
          <a:blip r:embed="rId2" cstate="print"/>
          <a:stretch>
            <a:fillRect/>
          </a:stretch>
        </p:blipFill>
        <p:spPr>
          <a:xfrm>
            <a:off x="3889751" y="1515881"/>
            <a:ext cx="4412497" cy="3826237"/>
          </a:xfrm>
          <a:prstGeom prst="rect">
            <a:avLst/>
          </a:prstGeom>
        </p:spPr>
      </p:pic>
      <p:sp>
        <p:nvSpPr>
          <p:cNvPr id="8" name="TextBox 7">
            <a:extLst>
              <a:ext uri="{FF2B5EF4-FFF2-40B4-BE49-F238E27FC236}">
                <a16:creationId xmlns:a16="http://schemas.microsoft.com/office/drawing/2014/main" id="{96394D41-671A-1088-BA1F-6A5D39B4164F}"/>
              </a:ext>
            </a:extLst>
          </p:cNvPr>
          <p:cNvSpPr txBox="1"/>
          <p:nvPr/>
        </p:nvSpPr>
        <p:spPr>
          <a:xfrm>
            <a:off x="4110446" y="5571699"/>
            <a:ext cx="609600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Video</a:t>
            </a:r>
            <a:r>
              <a:rPr lang="en-US" sz="1800" b="1" spc="-30" dirty="0">
                <a:effectLst/>
                <a:latin typeface="Times New Roman" panose="02020603050405020304" pitchFamily="18" charset="0"/>
                <a:ea typeface="Times New Roman" panose="02020603050405020304" pitchFamily="18" charset="0"/>
              </a:rPr>
              <a:t> </a:t>
            </a:r>
            <a:r>
              <a:rPr lang="en-US" b="1" spc="-30" dirty="0">
                <a:latin typeface="Times New Roman" panose="02020603050405020304" pitchFamily="18" charset="0"/>
                <a:ea typeface="Times New Roman" panose="02020603050405020304" pitchFamily="18" charset="0"/>
              </a:rPr>
              <a:t>sample from camera module in day time</a:t>
            </a:r>
            <a:endParaRPr lang="en-IN" b="1" dirty="0"/>
          </a:p>
        </p:txBody>
      </p:sp>
    </p:spTree>
    <p:extLst>
      <p:ext uri="{BB962C8B-B14F-4D97-AF65-F5344CB8AC3E}">
        <p14:creationId xmlns:p14="http://schemas.microsoft.com/office/powerpoint/2010/main" val="1811744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58">
            <a:extLst>
              <a:ext uri="{FF2B5EF4-FFF2-40B4-BE49-F238E27FC236}">
                <a16:creationId xmlns:a16="http://schemas.microsoft.com/office/drawing/2014/main" id="{AFABAD68-26CF-0C19-6A37-E5F989C55372}"/>
              </a:ext>
            </a:extLst>
          </p:cNvPr>
          <p:cNvPicPr>
            <a:picLocks noGrp="1"/>
          </p:cNvPicPr>
          <p:nvPr>
            <p:ph idx="1"/>
          </p:nvPr>
        </p:nvPicPr>
        <p:blipFill>
          <a:blip r:embed="rId2" cstate="print"/>
          <a:stretch>
            <a:fillRect/>
          </a:stretch>
        </p:blipFill>
        <p:spPr>
          <a:xfrm>
            <a:off x="3695022" y="1541417"/>
            <a:ext cx="4958712" cy="4162318"/>
          </a:xfrm>
          <a:prstGeom prst="rect">
            <a:avLst/>
          </a:prstGeom>
        </p:spPr>
      </p:pic>
      <p:sp>
        <p:nvSpPr>
          <p:cNvPr id="6" name="TextBox 5">
            <a:extLst>
              <a:ext uri="{FF2B5EF4-FFF2-40B4-BE49-F238E27FC236}">
                <a16:creationId xmlns:a16="http://schemas.microsoft.com/office/drawing/2014/main" id="{C7B5DCAA-6937-0D9E-12BC-BD83C385357E}"/>
              </a:ext>
            </a:extLst>
          </p:cNvPr>
          <p:cNvSpPr txBox="1"/>
          <p:nvPr/>
        </p:nvSpPr>
        <p:spPr>
          <a:xfrm>
            <a:off x="3048000" y="5827820"/>
            <a:ext cx="6096000" cy="369332"/>
          </a:xfrm>
          <a:prstGeom prst="rect">
            <a:avLst/>
          </a:prstGeom>
          <a:noFill/>
        </p:spPr>
        <p:txBody>
          <a:bodyPr wrap="square">
            <a:spAutoFit/>
          </a:bodyPr>
          <a:lstStyle/>
          <a:p>
            <a:pPr marL="67310" marR="68580" algn="ctr">
              <a:spcBef>
                <a:spcPts val="5"/>
              </a:spcBef>
              <a:buNone/>
            </a:pPr>
            <a:r>
              <a:rPr lang="en-US" b="1" dirty="0">
                <a:latin typeface="Times New Roman" panose="02020603050405020304" pitchFamily="18" charset="0"/>
                <a:ea typeface="Times New Roman" panose="02020603050405020304" pitchFamily="18" charset="0"/>
              </a:rPr>
              <a:t>I</a:t>
            </a:r>
            <a:r>
              <a:rPr lang="en-US" sz="1800" b="1" dirty="0">
                <a:effectLst/>
                <a:latin typeface="Times New Roman" panose="02020603050405020304" pitchFamily="18" charset="0"/>
                <a:ea typeface="Times New Roman" panose="02020603050405020304" pitchFamily="18" charset="0"/>
              </a:rPr>
              <a:t>mage</a:t>
            </a:r>
            <a:r>
              <a:rPr lang="en-US" sz="1800" b="1" spc="-4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samples</a:t>
            </a:r>
            <a:r>
              <a:rPr lang="en-US" sz="1800" b="1" spc="-3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from</a:t>
            </a:r>
            <a:r>
              <a:rPr lang="en-US" b="1" spc="-15" dirty="0">
                <a:latin typeface="Times New Roman" panose="02020603050405020304" pitchFamily="18" charset="0"/>
                <a:ea typeface="Times New Roman" panose="02020603050405020304" pitchFamily="18" charset="0"/>
              </a:rPr>
              <a:t> </a:t>
            </a:r>
            <a:r>
              <a:rPr lang="en-US" sz="1800" b="1" spc="-10" dirty="0">
                <a:effectLst/>
                <a:latin typeface="Times New Roman" panose="02020603050405020304" pitchFamily="18" charset="0"/>
                <a:ea typeface="Times New Roman" panose="02020603050405020304" pitchFamily="18" charset="0"/>
              </a:rPr>
              <a:t>camera module in day time</a:t>
            </a:r>
            <a:endParaRPr lang="en-IN" sz="1800" b="1"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C5F6E4E7-64EB-5137-B52D-6A1C84700386}"/>
              </a:ext>
            </a:extLst>
          </p:cNvPr>
          <p:cNvSpPr txBox="1"/>
          <p:nvPr/>
        </p:nvSpPr>
        <p:spPr>
          <a:xfrm>
            <a:off x="1201784" y="325213"/>
            <a:ext cx="6096000" cy="769441"/>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Output</a:t>
            </a:r>
            <a:endParaRPr lang="en-IN" sz="4400" dirty="0"/>
          </a:p>
        </p:txBody>
      </p:sp>
    </p:spTree>
    <p:extLst>
      <p:ext uri="{BB962C8B-B14F-4D97-AF65-F5344CB8AC3E}">
        <p14:creationId xmlns:p14="http://schemas.microsoft.com/office/powerpoint/2010/main" val="398649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AF6CDC8-9DF1-3CF5-5B3C-9284AC8F05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787355" y="1606421"/>
            <a:ext cx="4368119" cy="393502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4D903D9-0FC6-AD92-E3F8-4BD3754B8704}"/>
              </a:ext>
            </a:extLst>
          </p:cNvPr>
          <p:cNvSpPr txBox="1"/>
          <p:nvPr/>
        </p:nvSpPr>
        <p:spPr>
          <a:xfrm>
            <a:off x="2351316" y="5798433"/>
            <a:ext cx="6096000"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 Video and </a:t>
            </a:r>
            <a:r>
              <a:rPr lang="en-US" dirty="0">
                <a:latin typeface="Times New Roman" panose="02020603050405020304" pitchFamily="18" charset="0"/>
                <a:ea typeface="Times New Roman" panose="02020603050405020304" pitchFamily="18" charset="0"/>
              </a:rPr>
              <a:t>image </a:t>
            </a:r>
            <a:r>
              <a:rPr lang="en-US" sz="1800" dirty="0">
                <a:effectLst/>
                <a:latin typeface="Times New Roman" panose="02020603050405020304" pitchFamily="18" charset="0"/>
                <a:ea typeface="Times New Roman" panose="02020603050405020304" pitchFamily="18" charset="0"/>
              </a:rPr>
              <a:t>samples</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from</a:t>
            </a:r>
            <a:r>
              <a:rPr lang="en-US" sz="1800" spc="-10" dirty="0">
                <a:effectLst/>
                <a:latin typeface="Times New Roman" panose="02020603050405020304" pitchFamily="18" charset="0"/>
                <a:ea typeface="Times New Roman" panose="02020603050405020304" pitchFamily="18" charset="0"/>
              </a:rPr>
              <a:t> camera module in night time</a:t>
            </a:r>
            <a:endParaRPr lang="en-IN" dirty="0"/>
          </a:p>
        </p:txBody>
      </p:sp>
      <p:pic>
        <p:nvPicPr>
          <p:cNvPr id="11" name="Picture 10">
            <a:extLst>
              <a:ext uri="{FF2B5EF4-FFF2-40B4-BE49-F238E27FC236}">
                <a16:creationId xmlns:a16="http://schemas.microsoft.com/office/drawing/2014/main" id="{81CD5713-CA67-6898-B43A-50294BB45C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3487" y="1606420"/>
            <a:ext cx="4432662" cy="3935023"/>
          </a:xfrm>
          <a:prstGeom prst="rect">
            <a:avLst/>
          </a:prstGeom>
        </p:spPr>
      </p:pic>
      <p:sp>
        <p:nvSpPr>
          <p:cNvPr id="12" name="TextBox 11">
            <a:extLst>
              <a:ext uri="{FF2B5EF4-FFF2-40B4-BE49-F238E27FC236}">
                <a16:creationId xmlns:a16="http://schemas.microsoft.com/office/drawing/2014/main" id="{12932746-D142-5A8A-52E6-95F12CAAD870}"/>
              </a:ext>
            </a:extLst>
          </p:cNvPr>
          <p:cNvSpPr txBox="1"/>
          <p:nvPr/>
        </p:nvSpPr>
        <p:spPr>
          <a:xfrm>
            <a:off x="1201784" y="325213"/>
            <a:ext cx="6096000" cy="769441"/>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Output</a:t>
            </a:r>
            <a:endParaRPr lang="en-IN" sz="4400" dirty="0"/>
          </a:p>
        </p:txBody>
      </p:sp>
    </p:spTree>
    <p:extLst>
      <p:ext uri="{BB962C8B-B14F-4D97-AF65-F5344CB8AC3E}">
        <p14:creationId xmlns:p14="http://schemas.microsoft.com/office/powerpoint/2010/main" val="2175920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8E141-97FC-D7F4-F5E9-2C9E71F42D4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6E11DA-8C6C-1D92-22B7-9079E74FBA38}"/>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Can be controlled from a long distance</a:t>
            </a:r>
          </a:p>
          <a:p>
            <a:r>
              <a:rPr lang="en-US" dirty="0">
                <a:latin typeface="Times New Roman" panose="02020603050405020304" pitchFamily="18" charset="0"/>
                <a:cs typeface="Times New Roman" panose="02020603050405020304" pitchFamily="18" charset="0"/>
              </a:rPr>
              <a:t>Works in dark and low-light conditions</a:t>
            </a:r>
          </a:p>
          <a:p>
            <a:r>
              <a:rPr lang="en-US" dirty="0">
                <a:latin typeface="Times New Roman" panose="02020603050405020304" pitchFamily="18" charset="0"/>
                <a:cs typeface="Times New Roman" panose="02020603050405020304" pitchFamily="18" charset="0"/>
              </a:rPr>
              <a:t>Reduces risk to human life in dangerous areas</a:t>
            </a:r>
          </a:p>
          <a:p>
            <a:r>
              <a:rPr lang="en-US" dirty="0">
                <a:latin typeface="Times New Roman" panose="02020603050405020304" pitchFamily="18" charset="0"/>
                <a:cs typeface="Times New Roman" panose="02020603050405020304" pitchFamily="18" charset="0"/>
              </a:rPr>
              <a:t>Provides real-time video monitoring</a:t>
            </a:r>
          </a:p>
          <a:p>
            <a:r>
              <a:rPr lang="en-US" dirty="0">
                <a:latin typeface="Times New Roman" panose="02020603050405020304" pitchFamily="18" charset="0"/>
                <a:cs typeface="Times New Roman" panose="02020603050405020304" pitchFamily="18" charset="0"/>
              </a:rPr>
              <a:t>Useful for security and surveillance</a:t>
            </a:r>
          </a:p>
          <a:p>
            <a:r>
              <a:rPr lang="en-US" dirty="0">
                <a:latin typeface="Times New Roman" panose="02020603050405020304" pitchFamily="18" charset="0"/>
                <a:cs typeface="Times New Roman" panose="02020603050405020304" pitchFamily="18" charset="0"/>
              </a:rPr>
              <a:t>Can detect obstacles and avoid collisions</a:t>
            </a:r>
          </a:p>
          <a:p>
            <a:r>
              <a:rPr lang="en-US" dirty="0">
                <a:latin typeface="Times New Roman" panose="02020603050405020304" pitchFamily="18" charset="0"/>
                <a:cs typeface="Times New Roman" panose="02020603050405020304" pitchFamily="18" charset="0"/>
              </a:rPr>
              <a:t>Easy to operate using mobile or PC</a:t>
            </a:r>
          </a:p>
        </p:txBody>
      </p:sp>
    </p:spTree>
    <p:extLst>
      <p:ext uri="{BB962C8B-B14F-4D97-AF65-F5344CB8AC3E}">
        <p14:creationId xmlns:p14="http://schemas.microsoft.com/office/powerpoint/2010/main" val="3770402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1BD0-C07F-9C20-3EB8-0BB56A20979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Disadvantages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6BC335-4EAA-E4D5-E2EC-D60A51E9710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Limited battery life</a:t>
            </a:r>
          </a:p>
          <a:p>
            <a:r>
              <a:rPr lang="en-US" dirty="0">
                <a:latin typeface="Times New Roman" panose="02020603050405020304" pitchFamily="18" charset="0"/>
                <a:cs typeface="Times New Roman" panose="02020603050405020304" pitchFamily="18" charset="0"/>
              </a:rPr>
              <a:t>Signal range can be affected</a:t>
            </a:r>
          </a:p>
          <a:p>
            <a:r>
              <a:rPr lang="en-US" dirty="0">
                <a:latin typeface="Times New Roman" panose="02020603050405020304" pitchFamily="18" charset="0"/>
                <a:cs typeface="Times New Roman" panose="02020603050405020304" pitchFamily="18" charset="0"/>
              </a:rPr>
              <a:t>May not work well in rough terrain</a:t>
            </a:r>
          </a:p>
          <a:p>
            <a:r>
              <a:rPr lang="en-US" dirty="0">
                <a:latin typeface="Times New Roman" panose="02020603050405020304" pitchFamily="18" charset="0"/>
                <a:cs typeface="Times New Roman" panose="02020603050405020304" pitchFamily="18" charset="0"/>
              </a:rPr>
              <a:t>Requires stable internet/Wi-Fi</a:t>
            </a:r>
          </a:p>
          <a:p>
            <a:r>
              <a:rPr lang="en-US" dirty="0">
                <a:latin typeface="Times New Roman" panose="02020603050405020304" pitchFamily="18" charset="0"/>
                <a:cs typeface="Times New Roman" panose="02020603050405020304" pitchFamily="18" charset="0"/>
              </a:rPr>
              <a:t>Limited load-carrying capacity</a:t>
            </a:r>
          </a:p>
        </p:txBody>
      </p:sp>
    </p:spTree>
    <p:extLst>
      <p:ext uri="{BB962C8B-B14F-4D97-AF65-F5344CB8AC3E}">
        <p14:creationId xmlns:p14="http://schemas.microsoft.com/office/powerpoint/2010/main" val="584167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CE132-D556-A683-CA31-70723BAAD6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Applications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69A51D-EF62-22B2-7EE6-18F5697005A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Used for security and surveillance</a:t>
            </a:r>
          </a:p>
          <a:p>
            <a:r>
              <a:rPr lang="en-US" dirty="0">
                <a:latin typeface="Times New Roman" panose="02020603050405020304" pitchFamily="18" charset="0"/>
                <a:cs typeface="Times New Roman" panose="02020603050405020304" pitchFamily="18" charset="0"/>
              </a:rPr>
              <a:t>Helps in military operations</a:t>
            </a:r>
          </a:p>
          <a:p>
            <a:r>
              <a:rPr lang="en-US" dirty="0">
                <a:latin typeface="Times New Roman" panose="02020603050405020304" pitchFamily="18" charset="0"/>
                <a:cs typeface="Times New Roman" panose="02020603050405020304" pitchFamily="18" charset="0"/>
              </a:rPr>
              <a:t>Useful in border monitoring</a:t>
            </a:r>
          </a:p>
          <a:p>
            <a:r>
              <a:rPr lang="en-US" dirty="0">
                <a:latin typeface="Times New Roman" panose="02020603050405020304" pitchFamily="18" charset="0"/>
                <a:cs typeface="Times New Roman" panose="02020603050405020304" pitchFamily="18" charset="0"/>
              </a:rPr>
              <a:t>Used in rescue operations</a:t>
            </a:r>
          </a:p>
          <a:p>
            <a:r>
              <a:rPr lang="en-US" dirty="0">
                <a:latin typeface="Times New Roman" panose="02020603050405020304" pitchFamily="18" charset="0"/>
                <a:cs typeface="Times New Roman" panose="02020603050405020304" pitchFamily="18" charset="0"/>
              </a:rPr>
              <a:t>Helps in disaster management</a:t>
            </a:r>
          </a:p>
          <a:p>
            <a:r>
              <a:rPr lang="en-US" dirty="0">
                <a:latin typeface="Times New Roman" panose="02020603050405020304" pitchFamily="18" charset="0"/>
                <a:cs typeface="Times New Roman" panose="02020603050405020304" pitchFamily="18" charset="0"/>
              </a:rPr>
              <a:t>Used in spying and investigation</a:t>
            </a:r>
          </a:p>
          <a:p>
            <a:r>
              <a:rPr lang="en-US" dirty="0">
                <a:latin typeface="Times New Roman" panose="02020603050405020304" pitchFamily="18" charset="0"/>
                <a:cs typeface="Times New Roman" panose="02020603050405020304" pitchFamily="18" charset="0"/>
              </a:rPr>
              <a:t>Useful in industrial inspection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369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7176-0A84-77CB-766C-72EC5BEB76A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AC2564-FF69-D6A9-C635-8AF1BD223F9B}"/>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Better camera quality for clearer video monitoring</a:t>
            </a:r>
          </a:p>
          <a:p>
            <a:r>
              <a:rPr lang="en-US" dirty="0">
                <a:latin typeface="Times New Roman" panose="02020603050405020304" pitchFamily="18" charset="0"/>
                <a:cs typeface="Times New Roman" panose="02020603050405020304" pitchFamily="18" charset="0"/>
              </a:rPr>
              <a:t>Longer battery life for extended operation time</a:t>
            </a:r>
          </a:p>
          <a:p>
            <a:r>
              <a:rPr lang="en-US" dirty="0">
                <a:latin typeface="Times New Roman" panose="02020603050405020304" pitchFamily="18" charset="0"/>
                <a:cs typeface="Times New Roman" panose="02020603050405020304" pitchFamily="18" charset="0"/>
              </a:rPr>
              <a:t>Increased control range for long-distance use</a:t>
            </a:r>
          </a:p>
          <a:p>
            <a:r>
              <a:rPr lang="en-US" dirty="0">
                <a:latin typeface="Times New Roman" panose="02020603050405020304" pitchFamily="18" charset="0"/>
                <a:cs typeface="Times New Roman" panose="02020603050405020304" pitchFamily="18" charset="0"/>
              </a:rPr>
              <a:t>Improved night vision for better visibility in darkness</a:t>
            </a:r>
          </a:p>
          <a:p>
            <a:r>
              <a:rPr lang="en-US" dirty="0">
                <a:latin typeface="Times New Roman" panose="02020603050405020304" pitchFamily="18" charset="0"/>
                <a:cs typeface="Times New Roman" panose="02020603050405020304" pitchFamily="18" charset="0"/>
              </a:rPr>
              <a:t>Easy mobile control through user-friendly apps</a:t>
            </a:r>
          </a:p>
          <a:p>
            <a:r>
              <a:rPr lang="en-US" dirty="0">
                <a:latin typeface="Times New Roman" panose="02020603050405020304" pitchFamily="18" charset="0"/>
                <a:cs typeface="Times New Roman" panose="02020603050405020304" pitchFamily="18" charset="0"/>
              </a:rPr>
              <a:t>Stronger body design for rough environments</a:t>
            </a:r>
          </a:p>
          <a:p>
            <a:r>
              <a:rPr lang="en-US" dirty="0">
                <a:latin typeface="Times New Roman" panose="02020603050405020304" pitchFamily="18" charset="0"/>
                <a:cs typeface="Times New Roman" panose="02020603050405020304" pitchFamily="18" charset="0"/>
              </a:rPr>
              <a:t>Real-time alerts for danger or movement</a:t>
            </a:r>
          </a:p>
        </p:txBody>
      </p:sp>
    </p:spTree>
    <p:extLst>
      <p:ext uri="{BB962C8B-B14F-4D97-AF65-F5344CB8AC3E}">
        <p14:creationId xmlns:p14="http://schemas.microsoft.com/office/powerpoint/2010/main" val="231323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773E-381B-BFE3-F2E3-CB38EAB1CAE8}"/>
              </a:ext>
            </a:extLst>
          </p:cNvPr>
          <p:cNvSpPr>
            <a:spLocks noGrp="1"/>
          </p:cNvSpPr>
          <p:nvPr>
            <p:ph type="title"/>
          </p:nvPr>
        </p:nvSpPr>
        <p:spPr>
          <a:xfrm>
            <a:off x="3415937" y="2263594"/>
            <a:ext cx="10515600" cy="1325563"/>
          </a:xfrm>
        </p:spPr>
        <p:txBody>
          <a:bodyPr/>
          <a:lstStyle/>
          <a:p>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2654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550</Words>
  <Application>Microsoft Office PowerPoint</Application>
  <PresentationFormat>Widescreen</PresentationFormat>
  <Paragraphs>107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        Project on  LONG RANGE SPY ROBOT WITH NIGHT VISION </vt:lpstr>
      <vt:lpstr>Outline</vt:lpstr>
      <vt:lpstr>Abstract</vt:lpstr>
      <vt:lpstr>Block Diagram</vt:lpstr>
      <vt:lpstr>PowerPoint Presentation</vt:lpstr>
      <vt:lpstr>PowerPoint Presentation</vt:lpstr>
      <vt:lpstr>PowerPoint Presentation</vt:lpstr>
      <vt:lpstr>Output</vt:lpstr>
      <vt:lpstr>PowerPoint Presentation</vt:lpstr>
      <vt:lpstr>PowerPoint Presentation</vt:lpstr>
      <vt:lpstr>Advantages</vt:lpstr>
      <vt:lpstr>Disadvantages</vt:lpstr>
      <vt:lpstr>Applications</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VELUMULA PRANAYA</dc:creator>
  <cp:lastModifiedBy>VELUMULA PRANAYA</cp:lastModifiedBy>
  <cp:revision>1</cp:revision>
  <dcterms:created xsi:type="dcterms:W3CDTF">2026-04-20T17:22:56Z</dcterms:created>
  <dcterms:modified xsi:type="dcterms:W3CDTF">2026-04-20T18:27:11Z</dcterms:modified>
</cp:coreProperties>
</file>